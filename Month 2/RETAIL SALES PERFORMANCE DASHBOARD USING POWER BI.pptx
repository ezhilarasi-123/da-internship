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24DB29-8EF3-4B7B-9566-7DD95D7FAA54}" v="2" dt="2026-06-28T14:45:35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hilarasi K" userId="895d7a6d460ec615" providerId="LiveId" clId="{D1781F09-DA58-446E-8A11-E241F327AC6B}"/>
    <pc:docChg chg="custSel modSld">
      <pc:chgData name="Ezhilarasi K" userId="895d7a6d460ec615" providerId="LiveId" clId="{D1781F09-DA58-446E-8A11-E241F327AC6B}" dt="2026-06-28T14:45:43.528" v="14" actId="1076"/>
      <pc:docMkLst>
        <pc:docMk/>
      </pc:docMkLst>
      <pc:sldChg chg="addSp delSp modSp mod">
        <pc:chgData name="Ezhilarasi K" userId="895d7a6d460ec615" providerId="LiveId" clId="{D1781F09-DA58-446E-8A11-E241F327AC6B}" dt="2026-06-28T14:45:07.145" v="8" actId="14100"/>
        <pc:sldMkLst>
          <pc:docMk/>
          <pc:sldMk cId="1911016006" sldId="262"/>
        </pc:sldMkLst>
        <pc:picChg chg="add mod">
          <ac:chgData name="Ezhilarasi K" userId="895d7a6d460ec615" providerId="LiveId" clId="{D1781F09-DA58-446E-8A11-E241F327AC6B}" dt="2026-06-28T14:44:39.065" v="4" actId="1076"/>
          <ac:picMkLst>
            <pc:docMk/>
            <pc:sldMk cId="1911016006" sldId="262"/>
            <ac:picMk id="5" creationId="{14C36C68-6FEF-755C-E521-4BB32CB4BF20}"/>
          </ac:picMkLst>
        </pc:picChg>
        <pc:picChg chg="del">
          <ac:chgData name="Ezhilarasi K" userId="895d7a6d460ec615" providerId="LiveId" clId="{D1781F09-DA58-446E-8A11-E241F327AC6B}" dt="2026-06-28T14:44:10.944" v="0" actId="478"/>
          <ac:picMkLst>
            <pc:docMk/>
            <pc:sldMk cId="1911016006" sldId="262"/>
            <ac:picMk id="7" creationId="{A6597108-38F9-5730-5A50-0CDF02DC5425}"/>
          </ac:picMkLst>
        </pc:picChg>
        <pc:picChg chg="add mod">
          <ac:chgData name="Ezhilarasi K" userId="895d7a6d460ec615" providerId="LiveId" clId="{D1781F09-DA58-446E-8A11-E241F327AC6B}" dt="2026-06-28T14:45:07.145" v="8" actId="14100"/>
          <ac:picMkLst>
            <pc:docMk/>
            <pc:sldMk cId="1911016006" sldId="262"/>
            <ac:picMk id="8" creationId="{98312026-2B92-2270-1F06-AA759530C45F}"/>
          </ac:picMkLst>
        </pc:picChg>
        <pc:picChg chg="del">
          <ac:chgData name="Ezhilarasi K" userId="895d7a6d460ec615" providerId="LiveId" clId="{D1781F09-DA58-446E-8A11-E241F327AC6B}" dt="2026-06-28T14:44:12.428" v="1" actId="478"/>
          <ac:picMkLst>
            <pc:docMk/>
            <pc:sldMk cId="1911016006" sldId="262"/>
            <ac:picMk id="9" creationId="{DE84C8DA-2BF1-6BBA-FFBC-8B43C094525A}"/>
          </ac:picMkLst>
        </pc:picChg>
      </pc:sldChg>
      <pc:sldChg chg="addSp delSp modSp mod">
        <pc:chgData name="Ezhilarasi K" userId="895d7a6d460ec615" providerId="LiveId" clId="{D1781F09-DA58-446E-8A11-E241F327AC6B}" dt="2026-06-28T14:45:43.528" v="14" actId="1076"/>
        <pc:sldMkLst>
          <pc:docMk/>
          <pc:sldMk cId="3748471960" sldId="265"/>
        </pc:sldMkLst>
        <pc:picChg chg="add mod">
          <ac:chgData name="Ezhilarasi K" userId="895d7a6d460ec615" providerId="LiveId" clId="{D1781F09-DA58-446E-8A11-E241F327AC6B}" dt="2026-06-28T14:45:25.175" v="12" actId="1076"/>
          <ac:picMkLst>
            <pc:docMk/>
            <pc:sldMk cId="3748471960" sldId="265"/>
            <ac:picMk id="4" creationId="{899A64D6-48B1-714C-A22D-8B874C621DFE}"/>
          </ac:picMkLst>
        </pc:picChg>
        <pc:picChg chg="del">
          <ac:chgData name="Ezhilarasi K" userId="895d7a6d460ec615" providerId="LiveId" clId="{D1781F09-DA58-446E-8A11-E241F327AC6B}" dt="2026-06-28T14:45:12.704" v="9" actId="478"/>
          <ac:picMkLst>
            <pc:docMk/>
            <pc:sldMk cId="3748471960" sldId="265"/>
            <ac:picMk id="5" creationId="{907DC2A1-37A3-F262-8D97-C296328EE983}"/>
          </ac:picMkLst>
        </pc:picChg>
        <pc:picChg chg="del">
          <ac:chgData name="Ezhilarasi K" userId="895d7a6d460ec615" providerId="LiveId" clId="{D1781F09-DA58-446E-8A11-E241F327AC6B}" dt="2026-06-28T14:45:15.180" v="10" actId="478"/>
          <ac:picMkLst>
            <pc:docMk/>
            <pc:sldMk cId="3748471960" sldId="265"/>
            <ac:picMk id="6" creationId="{2E851C78-D532-9EA1-2ADC-BB8EA5E4A1E2}"/>
          </ac:picMkLst>
        </pc:picChg>
        <pc:picChg chg="add mod">
          <ac:chgData name="Ezhilarasi K" userId="895d7a6d460ec615" providerId="LiveId" clId="{D1781F09-DA58-446E-8A11-E241F327AC6B}" dt="2026-06-28T14:45:43.528" v="14" actId="1076"/>
          <ac:picMkLst>
            <pc:docMk/>
            <pc:sldMk cId="3748471960" sldId="265"/>
            <ac:picMk id="7" creationId="{6EADD18E-714B-DE07-14FC-BA9DB579A5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76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1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117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743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886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35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20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37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70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6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F63B5C2-540F-47CB-9313-7ECC789C5C7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1113478-207C-4BEE-974E-EAAF08D41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5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B766C-17EE-093A-C5E0-3414F1FE4D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PERFORMANCE DASHBOARD USING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B7C95-58F4-CE5D-9EF6-9533F6816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SUMBITTED BY :</a:t>
            </a:r>
          </a:p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EZHILARASI K</a:t>
            </a: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TEAM 1</a:t>
            </a:r>
          </a:p>
        </p:txBody>
      </p:sp>
    </p:spTree>
    <p:extLst>
      <p:ext uri="{BB962C8B-B14F-4D97-AF65-F5344CB8AC3E}">
        <p14:creationId xmlns:p14="http://schemas.microsoft.com/office/powerpoint/2010/main" val="181913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FB14-B7FE-9AE3-44FA-D8639C01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0B42-5AAF-16CF-F7DA-C4AE5D488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7" y="2323412"/>
            <a:ext cx="5831316" cy="440444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Retail Sales Performance Dashboard is developed to analyze retail business data using Microsoft Power BI.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 centralized platform to monitor sales, profit, orders, and customer performance.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converts raw sales data into meaningful business insights through interactive visualizations.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enables managers to identify high-performing products and profitable regions.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reports help users filter and analyze data quickly for better understanding.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Power BI supports business intelligence and data-driven decision-making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D2706-9471-B9B0-0086-B8832EA59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960" y="2526751"/>
            <a:ext cx="3665538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61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C9D2-4087-0ADE-FA5C-6663CC022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E44F-2A6F-D649-C482-876F6A588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506851" cy="310198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import and analyze retail sales data in Power BI.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transform the dataset for accurate analysis.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important business KPIs using DAX measures.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interactive dashboard with various charts and filters.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sales trends, profitable products, and regional performance.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meaningful insights that support effective business decisions.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C3DD0D-25A8-9B0C-07F1-5B02F2686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352" y="2708688"/>
            <a:ext cx="3566469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0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0FB6-4E6B-2A53-C87D-69FD5F830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70DC-F671-96F4-469C-2F0279463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6401587" cy="3101983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the Global Superstore retail sales dataset in Excel format.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customer, product, order, and sales transaction details.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fields include Order Date, Region, Category, Sales, Profit, Quantity, and Discount.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represents real-world retail business operations and transactions.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sufficient information for creating sales and profit analytics.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is suitable for building professional Power BI dashboards.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89FDD-E83F-127E-950A-69A97D9FE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723" y="2775773"/>
            <a:ext cx="3296432" cy="282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9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3EA6-9157-E82D-AF37-167174FD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C0CB1-A31A-B6E3-2ABC-7139BDFC6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624838" cy="310198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Imported the Excel dataset into Microsoft Power BI Desktop.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all column data types such as Date, Text, and Decimal Number.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Removed duplicate records to maintain data accuracy.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Checked and handled missing or null values wherever required.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for better readability and easier report development.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Loaded the cleaned dataset into Power BI for further analysis.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437BE4-57D7-FB4E-3FA2-9192085FD515}"/>
              </a:ext>
            </a:extLst>
          </p:cNvPr>
          <p:cNvSpPr/>
          <p:nvPr/>
        </p:nvSpPr>
        <p:spPr>
          <a:xfrm>
            <a:off x="9007133" y="2613746"/>
            <a:ext cx="1877961" cy="537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F0475E-9A58-0EC3-EBC3-CEB8142BC7C1}"/>
              </a:ext>
            </a:extLst>
          </p:cNvPr>
          <p:cNvSpPr/>
          <p:nvPr/>
        </p:nvSpPr>
        <p:spPr>
          <a:xfrm>
            <a:off x="9021882" y="3426075"/>
            <a:ext cx="1877961" cy="537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CHECK/REMOVED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47A836-DF4E-657F-D065-F966383E0EA2}"/>
              </a:ext>
            </a:extLst>
          </p:cNvPr>
          <p:cNvSpPr/>
          <p:nvPr/>
        </p:nvSpPr>
        <p:spPr>
          <a:xfrm>
            <a:off x="9021883" y="4217990"/>
            <a:ext cx="1877961" cy="537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RENAMED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F34735-605B-E89A-51F5-F9CF9F66DCE6}"/>
              </a:ext>
            </a:extLst>
          </p:cNvPr>
          <p:cNvSpPr/>
          <p:nvPr/>
        </p:nvSpPr>
        <p:spPr>
          <a:xfrm>
            <a:off x="9031715" y="5050733"/>
            <a:ext cx="1877961" cy="537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EEA4C1-DD4F-52CE-5974-65404A162B4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946114" y="3151521"/>
            <a:ext cx="14749" cy="2745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19C5A2-B0D9-12C0-C37D-1A67652E7245}"/>
              </a:ext>
            </a:extLst>
          </p:cNvPr>
          <p:cNvCxnSpPr/>
          <p:nvPr/>
        </p:nvCxnSpPr>
        <p:spPr>
          <a:xfrm>
            <a:off x="9938739" y="3963850"/>
            <a:ext cx="14749" cy="2745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2AFBF8-22CF-6B6D-3415-B1CDB26E802F}"/>
              </a:ext>
            </a:extLst>
          </p:cNvPr>
          <p:cNvCxnSpPr>
            <a:cxnSpLocks/>
          </p:cNvCxnSpPr>
          <p:nvPr/>
        </p:nvCxnSpPr>
        <p:spPr>
          <a:xfrm>
            <a:off x="9931364" y="4755765"/>
            <a:ext cx="14749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501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8CCF2-D82F-D8A3-29F8-18FB9801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&amp; KPI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B8A80-9350-072D-8A2E-ADAC1C1EC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693664" cy="310198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Total Sales using the SUM() function.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Calculated Total Profit from the Profit column.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Counted Total Orders using DISTINCTCOUNT().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Calculated Profit Margin Percentage using the DIVIDE() function.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Total Quantity Sold to measure total product sales.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Displayed all measures using KPI Cards for a quick business summary.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93A634-7137-5983-3F87-DEAFE63B4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363" y="2340418"/>
            <a:ext cx="3558848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67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BFD0-C678-DB6E-33C2-9EFE2CD3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4A0B-A874-497A-3D0F-D6B53B039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182387" cy="3101983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to analyze monthly sales trends over time.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Bar Chart to compare sales across different regions.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 to display sales contribution by product category.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 Chart to identify the Top 10 Best-Selling Products.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 Chart to compare profit across various sub-categories.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Map to visualize sales performance across different states.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36C68-6FEF-755C-E521-4BB32CB4B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286" y="2330062"/>
            <a:ext cx="3493749" cy="2197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12026-2B92-2270-1F06-AA759530C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286" y="4622542"/>
            <a:ext cx="3493749" cy="196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1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9F81-C0C3-FF81-791F-83B98A38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5B1FC-22DC-BC1D-F5E2-694BEE32E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900141" cy="310198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Order Date slicer to filter reports by selected time periods.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Region slicer to analyze regional business performance.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Added Category slicer to compare product categories.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Added Segment slicer to evaluate different customer groups.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filters update every chart instantly based on user selection.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improve dashboard usability and user experience.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144EC-671A-434A-476B-DA5074E86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370" y="2879167"/>
            <a:ext cx="2796782" cy="20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30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3075-FBC7-9368-F874-358010C49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EA94A-4A7A-8447-F7C4-B900B0A79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6126283" cy="310198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products generated the highest overall sales revenue.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West region contributed the maximum sales among all regions.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customers accounted for the largest share of sales.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product sub-categories recorded lower or negative profits.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Monthly sales analysis helped identify seasonal business trends.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supports faster and more informed business decisions.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1E12B-013A-2883-6F24-0BDA222ED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870" y="2638044"/>
            <a:ext cx="3093988" cy="23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4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035A-51A1-53FF-285D-98CB1124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A09F3-27B3-D087-C656-9FA77716D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6096787" cy="3101983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displays all important KPIs on a single screen.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charts provide a comprehensive view of business performance.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filter the report using slicers without modifying the data.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presents sales, profit, products, and regional analysis together.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managers can quickly identify trends and improvement areas.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dashboard is simple, interactive, and easy to understand.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A64D6-48B1-714C-A22D-8B874C621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363" y="2506714"/>
            <a:ext cx="3493749" cy="2197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ADD18E-714B-DE07-14FC-BA9DB579A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362" y="4757410"/>
            <a:ext cx="3493749" cy="196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7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3E0A-3DB2-8F69-8001-2F5AB7BE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CBD36-4CBF-8D22-04C9-8A897568F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6145948" cy="3101983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developed an interactive Retail Sales Dashboard using Power BI.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Cleaned and transformed retail sales data for accurate reporting.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DAX measures to calculate important business KPIs.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interactive visualizations to analyze sales and profit performance.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valuable business insights through dynamic reports and filters.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Power BI helps organizations make data-driven business decisions efficiently.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FB440-F00E-D08B-A687-D6464EDC5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307" y="3107520"/>
            <a:ext cx="3697114" cy="174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13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2913-9D59-3CF8-8EC6-7081D61A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4B801-0258-9709-4FC9-7F714276F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959135" cy="3101983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sales data from online databases.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sales forecasting using Power BI forecasting features.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customer churn and customer lifetime value analysis.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mobile-friendly dashboard versions for executives.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the dashboard with cloud platforms for automatic updates.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AI-powered visuals and advanced analytics for deeper business insights.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7DBA2-7EC7-835E-D0F5-F0DF2FE8E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487" y="2934217"/>
            <a:ext cx="3452159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1141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111</TotalTime>
  <Words>785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Gill Sans MT</vt:lpstr>
      <vt:lpstr>Times New Roman</vt:lpstr>
      <vt:lpstr>Wingdings</vt:lpstr>
      <vt:lpstr>Parcel</vt:lpstr>
      <vt:lpstr>RETAIL SALES PERFORMANCE DASHBOARD USING POWER BI</vt:lpstr>
      <vt:lpstr>INTRODUCTION</vt:lpstr>
      <vt:lpstr>OBJECTIVES</vt:lpstr>
      <vt:lpstr>DATA SET DESCRIPTION</vt:lpstr>
      <vt:lpstr>DATA PREPROCESSING</vt:lpstr>
      <vt:lpstr>DAX MEASURES &amp; KPI CARDS</vt:lpstr>
      <vt:lpstr>DASHBOARD VISUALIZATIONS</vt:lpstr>
      <vt:lpstr>INTERACTIVE FEATURES</vt:lpstr>
      <vt:lpstr>BUSINESS INSIGHTS</vt:lpstr>
      <vt:lpstr>DASHBOARD OUTPUT</vt:lpstr>
      <vt:lpstr>CONCLUSION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Ezhilarasi K</dc:creator>
  <cp:lastModifiedBy>Ezhilarasi K</cp:lastModifiedBy>
  <cp:revision>1</cp:revision>
  <dcterms:created xsi:type="dcterms:W3CDTF">2026-06-27T04:06:52Z</dcterms:created>
  <dcterms:modified xsi:type="dcterms:W3CDTF">2026-06-28T14:45:44Z</dcterms:modified>
</cp:coreProperties>
</file>