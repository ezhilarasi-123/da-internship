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4" r:id="rId5"/>
    <p:sldId id="260" r:id="rId6"/>
    <p:sldId id="285" r:id="rId7"/>
    <p:sldId id="261" r:id="rId8"/>
    <p:sldId id="262" r:id="rId9"/>
    <p:sldId id="286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3" r:id="rId19"/>
    <p:sldId id="288" r:id="rId20"/>
    <p:sldId id="289" r:id="rId21"/>
    <p:sldId id="290" r:id="rId22"/>
    <p:sldId id="274" r:id="rId23"/>
    <p:sldId id="275" r:id="rId24"/>
    <p:sldId id="276" r:id="rId25"/>
    <p:sldId id="277" r:id="rId26"/>
    <p:sldId id="278" r:id="rId27"/>
    <p:sldId id="287" r:id="rId28"/>
    <p:sldId id="268" r:id="rId29"/>
    <p:sldId id="2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943DA-097F-43E6-9806-A79EBA5A585D}" v="26" dt="2026-05-29T11:43:13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hilarasi K" userId="895d7a6d460ec615" providerId="LiveId" clId="{D1781F09-DA58-446E-8A11-E241F327AC6B}"/>
    <pc:docChg chg="undo custSel addSld delSld modSld">
      <pc:chgData name="Ezhilarasi K" userId="895d7a6d460ec615" providerId="LiveId" clId="{D1781F09-DA58-446E-8A11-E241F327AC6B}" dt="2026-05-29T11:48:06.775" v="2227" actId="20577"/>
      <pc:docMkLst>
        <pc:docMk/>
      </pc:docMkLst>
      <pc:sldChg chg="modSp mod">
        <pc:chgData name="Ezhilarasi K" userId="895d7a6d460ec615" providerId="LiveId" clId="{D1781F09-DA58-446E-8A11-E241F327AC6B}" dt="2026-05-29T10:05:53.174" v="40" actId="207"/>
        <pc:sldMkLst>
          <pc:docMk/>
          <pc:sldMk cId="2272749283" sldId="256"/>
        </pc:sldMkLst>
        <pc:spChg chg="mod">
          <ac:chgData name="Ezhilarasi K" userId="895d7a6d460ec615" providerId="LiveId" clId="{D1781F09-DA58-446E-8A11-E241F327AC6B}" dt="2026-05-29T10:05:40.926" v="39" actId="207"/>
          <ac:spMkLst>
            <pc:docMk/>
            <pc:sldMk cId="2272749283" sldId="256"/>
            <ac:spMk id="2" creationId="{4C75352F-AE28-0B54-B4A0-4A95B4AF2E38}"/>
          </ac:spMkLst>
        </pc:spChg>
        <pc:spChg chg="mod">
          <ac:chgData name="Ezhilarasi K" userId="895d7a6d460ec615" providerId="LiveId" clId="{D1781F09-DA58-446E-8A11-E241F327AC6B}" dt="2026-05-29T10:05:53.174" v="40" actId="207"/>
          <ac:spMkLst>
            <pc:docMk/>
            <pc:sldMk cId="2272749283" sldId="256"/>
            <ac:spMk id="8" creationId="{BB60CAFD-2F5C-CCFD-3D1C-DB4363E6F456}"/>
          </ac:spMkLst>
        </pc:spChg>
      </pc:sldChg>
      <pc:sldChg chg="modSp mod">
        <pc:chgData name="Ezhilarasi K" userId="895d7a6d460ec615" providerId="LiveId" clId="{D1781F09-DA58-446E-8A11-E241F327AC6B}" dt="2026-05-29T10:07:03.938" v="60" actId="12"/>
        <pc:sldMkLst>
          <pc:docMk/>
          <pc:sldMk cId="155377745" sldId="257"/>
        </pc:sldMkLst>
        <pc:spChg chg="mod">
          <ac:chgData name="Ezhilarasi K" userId="895d7a6d460ec615" providerId="LiveId" clId="{D1781F09-DA58-446E-8A11-E241F327AC6B}" dt="2026-05-29T10:07:03.938" v="60" actId="12"/>
          <ac:spMkLst>
            <pc:docMk/>
            <pc:sldMk cId="155377745" sldId="257"/>
            <ac:spMk id="3" creationId="{C8872104-C61E-6E08-0A5E-4E468BD27522}"/>
          </ac:spMkLst>
        </pc:spChg>
      </pc:sldChg>
      <pc:sldChg chg="addSp delSp modSp mod">
        <pc:chgData name="Ezhilarasi K" userId="895d7a6d460ec615" providerId="LiveId" clId="{D1781F09-DA58-446E-8A11-E241F327AC6B}" dt="2026-05-29T10:38:25.177" v="556" actId="1076"/>
        <pc:sldMkLst>
          <pc:docMk/>
          <pc:sldMk cId="961928125" sldId="258"/>
        </pc:sldMkLst>
        <pc:spChg chg="mod">
          <ac:chgData name="Ezhilarasi K" userId="895d7a6d460ec615" providerId="LiveId" clId="{D1781F09-DA58-446E-8A11-E241F327AC6B}" dt="2026-05-29T10:08:12.693" v="89" actId="12"/>
          <ac:spMkLst>
            <pc:docMk/>
            <pc:sldMk cId="961928125" sldId="258"/>
            <ac:spMk id="3" creationId="{468005B5-47F7-76E3-BD8D-DD0301E506BE}"/>
          </ac:spMkLst>
        </pc:spChg>
        <pc:picChg chg="add mod">
          <ac:chgData name="Ezhilarasi K" userId="895d7a6d460ec615" providerId="LiveId" clId="{D1781F09-DA58-446E-8A11-E241F327AC6B}" dt="2026-05-29T10:38:25.177" v="556" actId="1076"/>
          <ac:picMkLst>
            <pc:docMk/>
            <pc:sldMk cId="961928125" sldId="258"/>
            <ac:picMk id="4" creationId="{BCF6A4E8-D6A9-295F-55C3-6CD943D7A70A}"/>
          </ac:picMkLst>
        </pc:picChg>
        <pc:picChg chg="del">
          <ac:chgData name="Ezhilarasi K" userId="895d7a6d460ec615" providerId="LiveId" clId="{D1781F09-DA58-446E-8A11-E241F327AC6B}" dt="2026-05-29T10:38:09.558" v="549" actId="478"/>
          <ac:picMkLst>
            <pc:docMk/>
            <pc:sldMk cId="961928125" sldId="258"/>
            <ac:picMk id="10" creationId="{E4567C40-D179-5616-4620-EC1A4DC44677}"/>
          </ac:picMkLst>
        </pc:picChg>
      </pc:sldChg>
      <pc:sldChg chg="addSp delSp modSp mod">
        <pc:chgData name="Ezhilarasi K" userId="895d7a6d460ec615" providerId="LiveId" clId="{D1781F09-DA58-446E-8A11-E241F327AC6B}" dt="2026-05-29T10:40:07.911" v="571" actId="14100"/>
        <pc:sldMkLst>
          <pc:docMk/>
          <pc:sldMk cId="141391367" sldId="260"/>
        </pc:sldMkLst>
        <pc:spChg chg="mod">
          <ac:chgData name="Ezhilarasi K" userId="895d7a6d460ec615" providerId="LiveId" clId="{D1781F09-DA58-446E-8A11-E241F327AC6B}" dt="2026-05-29T10:11:17.819" v="159" actId="14100"/>
          <ac:spMkLst>
            <pc:docMk/>
            <pc:sldMk cId="141391367" sldId="260"/>
            <ac:spMk id="3" creationId="{AD6D6E27-4F65-D85B-BFC9-7D20B631BE92}"/>
          </ac:spMkLst>
        </pc:spChg>
        <pc:picChg chg="del">
          <ac:chgData name="Ezhilarasi K" userId="895d7a6d460ec615" providerId="LiveId" clId="{D1781F09-DA58-446E-8A11-E241F327AC6B}" dt="2026-05-29T10:39:17.477" v="561" actId="478"/>
          <ac:picMkLst>
            <pc:docMk/>
            <pc:sldMk cId="141391367" sldId="260"/>
            <ac:picMk id="5" creationId="{22253AC1-BE5C-5378-0B36-56C334F18BF2}"/>
          </ac:picMkLst>
        </pc:picChg>
        <pc:picChg chg="add mod">
          <ac:chgData name="Ezhilarasi K" userId="895d7a6d460ec615" providerId="LiveId" clId="{D1781F09-DA58-446E-8A11-E241F327AC6B}" dt="2026-05-29T10:40:07.911" v="571" actId="14100"/>
          <ac:picMkLst>
            <pc:docMk/>
            <pc:sldMk cId="141391367" sldId="260"/>
            <ac:picMk id="6" creationId="{B555A1AD-AAB0-7AED-A2B2-722E6AF55D59}"/>
          </ac:picMkLst>
        </pc:picChg>
        <pc:picChg chg="del">
          <ac:chgData name="Ezhilarasi K" userId="895d7a6d460ec615" providerId="LiveId" clId="{D1781F09-DA58-446E-8A11-E241F327AC6B}" dt="2026-05-29T10:39:19.081" v="562" actId="478"/>
          <ac:picMkLst>
            <pc:docMk/>
            <pc:sldMk cId="141391367" sldId="260"/>
            <ac:picMk id="7" creationId="{2085542F-2C20-6B69-4676-4ABF142B7779}"/>
          </ac:picMkLst>
        </pc:picChg>
      </pc:sldChg>
      <pc:sldChg chg="addSp delSp modSp mod">
        <pc:chgData name="Ezhilarasi K" userId="895d7a6d460ec615" providerId="LiveId" clId="{D1781F09-DA58-446E-8A11-E241F327AC6B}" dt="2026-05-29T10:46:30.963" v="619" actId="1076"/>
        <pc:sldMkLst>
          <pc:docMk/>
          <pc:sldMk cId="3470831548" sldId="261"/>
        </pc:sldMkLst>
        <pc:spChg chg="mod">
          <ac:chgData name="Ezhilarasi K" userId="895d7a6d460ec615" providerId="LiveId" clId="{D1781F09-DA58-446E-8A11-E241F327AC6B}" dt="2026-05-29T10:14:44.593" v="247" actId="12"/>
          <ac:spMkLst>
            <pc:docMk/>
            <pc:sldMk cId="3470831548" sldId="261"/>
            <ac:spMk id="3" creationId="{166F5D84-913B-3DE7-1CA4-4F84EB7FCB6E}"/>
          </ac:spMkLst>
        </pc:spChg>
        <pc:picChg chg="add mod">
          <ac:chgData name="Ezhilarasi K" userId="895d7a6d460ec615" providerId="LiveId" clId="{D1781F09-DA58-446E-8A11-E241F327AC6B}" dt="2026-05-29T10:41:51.319" v="577" actId="1076"/>
          <ac:picMkLst>
            <pc:docMk/>
            <pc:sldMk cId="3470831548" sldId="261"/>
            <ac:picMk id="5" creationId="{DD1BEE31-C89B-04C7-3381-93CCBFF9F780}"/>
          </ac:picMkLst>
        </pc:picChg>
        <pc:picChg chg="add mod">
          <ac:chgData name="Ezhilarasi K" userId="895d7a6d460ec615" providerId="LiveId" clId="{D1781F09-DA58-446E-8A11-E241F327AC6B}" dt="2026-05-29T10:46:30.963" v="619" actId="1076"/>
          <ac:picMkLst>
            <pc:docMk/>
            <pc:sldMk cId="3470831548" sldId="261"/>
            <ac:picMk id="6" creationId="{FF7AA597-9B99-1909-AF7F-6E5CEE479FDD}"/>
          </ac:picMkLst>
        </pc:picChg>
        <pc:picChg chg="del">
          <ac:chgData name="Ezhilarasi K" userId="895d7a6d460ec615" providerId="LiveId" clId="{D1781F09-DA58-446E-8A11-E241F327AC6B}" dt="2026-05-29T10:41:10.455" v="572" actId="478"/>
          <ac:picMkLst>
            <pc:docMk/>
            <pc:sldMk cId="3470831548" sldId="261"/>
            <ac:picMk id="7" creationId="{9B4AD90B-B7E6-6E7F-DD28-B1FAFC0C6E13}"/>
          </ac:picMkLst>
        </pc:picChg>
        <pc:picChg chg="del mod">
          <ac:chgData name="Ezhilarasi K" userId="895d7a6d460ec615" providerId="LiveId" clId="{D1781F09-DA58-446E-8A11-E241F327AC6B}" dt="2026-05-29T10:46:20.410" v="616" actId="478"/>
          <ac:picMkLst>
            <pc:docMk/>
            <pc:sldMk cId="3470831548" sldId="261"/>
            <ac:picMk id="8" creationId="{264C1825-ADF7-4423-2765-FF61243840C8}"/>
          </ac:picMkLst>
        </pc:picChg>
      </pc:sldChg>
      <pc:sldChg chg="addSp delSp modSp mod">
        <pc:chgData name="Ezhilarasi K" userId="895d7a6d460ec615" providerId="LiveId" clId="{D1781F09-DA58-446E-8A11-E241F327AC6B}" dt="2026-05-29T10:50:26.554" v="638" actId="14100"/>
        <pc:sldMkLst>
          <pc:docMk/>
          <pc:sldMk cId="3179141989" sldId="262"/>
        </pc:sldMkLst>
        <pc:spChg chg="mod">
          <ac:chgData name="Ezhilarasi K" userId="895d7a6d460ec615" providerId="LiveId" clId="{D1781F09-DA58-446E-8A11-E241F327AC6B}" dt="2026-05-29T10:15:44.928" v="282" actId="20577"/>
          <ac:spMkLst>
            <pc:docMk/>
            <pc:sldMk cId="3179141989" sldId="262"/>
            <ac:spMk id="2" creationId="{213F8A23-F835-A9E2-A6BA-714CE1DE50C8}"/>
          </ac:spMkLst>
        </pc:spChg>
        <pc:spChg chg="mod">
          <ac:chgData name="Ezhilarasi K" userId="895d7a6d460ec615" providerId="LiveId" clId="{D1781F09-DA58-446E-8A11-E241F327AC6B}" dt="2026-05-29T10:16:40.587" v="308" actId="12"/>
          <ac:spMkLst>
            <pc:docMk/>
            <pc:sldMk cId="3179141989" sldId="262"/>
            <ac:spMk id="3" creationId="{F8A42351-12FC-9AC3-1BC4-3F46C3D847FD}"/>
          </ac:spMkLst>
        </pc:spChg>
        <pc:spChg chg="add">
          <ac:chgData name="Ezhilarasi K" userId="895d7a6d460ec615" providerId="LiveId" clId="{D1781F09-DA58-446E-8A11-E241F327AC6B}" dt="2026-05-29T10:49:07.229" v="624"/>
          <ac:spMkLst>
            <pc:docMk/>
            <pc:sldMk cId="3179141989" sldId="262"/>
            <ac:spMk id="8" creationId="{6B4BF217-A3C8-FE02-3764-06794D094CAF}"/>
          </ac:spMkLst>
        </pc:spChg>
        <pc:spChg chg="add">
          <ac:chgData name="Ezhilarasi K" userId="895d7a6d460ec615" providerId="LiveId" clId="{D1781F09-DA58-446E-8A11-E241F327AC6B}" dt="2026-05-29T10:49:09.562" v="626"/>
          <ac:spMkLst>
            <pc:docMk/>
            <pc:sldMk cId="3179141989" sldId="262"/>
            <ac:spMk id="12" creationId="{1DFD4F81-6898-5BE0-BAE5-0AF830172358}"/>
          </ac:spMkLst>
        </pc:spChg>
        <pc:spChg chg="add">
          <ac:chgData name="Ezhilarasi K" userId="895d7a6d460ec615" providerId="LiveId" clId="{D1781F09-DA58-446E-8A11-E241F327AC6B}" dt="2026-05-29T10:49:18.522" v="628"/>
          <ac:spMkLst>
            <pc:docMk/>
            <pc:sldMk cId="3179141989" sldId="262"/>
            <ac:spMk id="15" creationId="{238E735A-25FD-0D96-C26B-593D7F57E87C}"/>
          </ac:spMkLst>
        </pc:spChg>
        <pc:spChg chg="add">
          <ac:chgData name="Ezhilarasi K" userId="895d7a6d460ec615" providerId="LiveId" clId="{D1781F09-DA58-446E-8A11-E241F327AC6B}" dt="2026-05-29T10:49:22.014" v="630"/>
          <ac:spMkLst>
            <pc:docMk/>
            <pc:sldMk cId="3179141989" sldId="262"/>
            <ac:spMk id="17" creationId="{CCD1367A-4798-DF13-8279-AACFE9591697}"/>
          </ac:spMkLst>
        </pc:spChg>
        <pc:spChg chg="add del mod">
          <ac:chgData name="Ezhilarasi K" userId="895d7a6d460ec615" providerId="LiveId" clId="{D1781F09-DA58-446E-8A11-E241F327AC6B}" dt="2026-05-29T10:49:42.333" v="634" actId="21"/>
          <ac:spMkLst>
            <pc:docMk/>
            <pc:sldMk cId="3179141989" sldId="262"/>
            <ac:spMk id="19" creationId="{DEE4FD39-3174-2886-4F21-954DE611D895}"/>
          </ac:spMkLst>
        </pc:spChg>
        <pc:picChg chg="add del mod">
          <ac:chgData name="Ezhilarasi K" userId="895d7a6d460ec615" providerId="LiveId" clId="{D1781F09-DA58-446E-8A11-E241F327AC6B}" dt="2026-05-29T10:46:47.556" v="620" actId="478"/>
          <ac:picMkLst>
            <pc:docMk/>
            <pc:sldMk cId="3179141989" sldId="262"/>
            <ac:picMk id="4" creationId="{B2974166-8F3B-84AD-3D58-5D37E18A676F}"/>
          </ac:picMkLst>
        </pc:picChg>
        <pc:picChg chg="del">
          <ac:chgData name="Ezhilarasi K" userId="895d7a6d460ec615" providerId="LiveId" clId="{D1781F09-DA58-446E-8A11-E241F327AC6B}" dt="2026-05-29T10:41:56.766" v="578" actId="478"/>
          <ac:picMkLst>
            <pc:docMk/>
            <pc:sldMk cId="3179141989" sldId="262"/>
            <ac:picMk id="5" creationId="{CC33B9ED-7370-9F81-71D6-AE722013C73C}"/>
          </ac:picMkLst>
        </pc:picChg>
        <pc:picChg chg="del">
          <ac:chgData name="Ezhilarasi K" userId="895d7a6d460ec615" providerId="LiveId" clId="{D1781F09-DA58-446E-8A11-E241F327AC6B}" dt="2026-05-29T10:41:58.844" v="579" actId="478"/>
          <ac:picMkLst>
            <pc:docMk/>
            <pc:sldMk cId="3179141989" sldId="262"/>
            <ac:picMk id="7" creationId="{1A83F58C-D894-6567-7502-53A9B07BB3E8}"/>
          </ac:picMkLst>
        </pc:picChg>
        <pc:picChg chg="del">
          <ac:chgData name="Ezhilarasi K" userId="895d7a6d460ec615" providerId="LiveId" clId="{D1781F09-DA58-446E-8A11-E241F327AC6B}" dt="2026-05-29T10:42:01.608" v="581" actId="478"/>
          <ac:picMkLst>
            <pc:docMk/>
            <pc:sldMk cId="3179141989" sldId="262"/>
            <ac:picMk id="9" creationId="{1529D020-02DA-AC44-E9CB-379DAFFD37DB}"/>
          </ac:picMkLst>
        </pc:picChg>
        <pc:picChg chg="del">
          <ac:chgData name="Ezhilarasi K" userId="895d7a6d460ec615" providerId="LiveId" clId="{D1781F09-DA58-446E-8A11-E241F327AC6B}" dt="2026-05-29T10:42:03.143" v="582" actId="478"/>
          <ac:picMkLst>
            <pc:docMk/>
            <pc:sldMk cId="3179141989" sldId="262"/>
            <ac:picMk id="11" creationId="{14E122C2-1C33-CE79-E820-1D8C188331F3}"/>
          </ac:picMkLst>
        </pc:picChg>
        <pc:picChg chg="del">
          <ac:chgData name="Ezhilarasi K" userId="895d7a6d460ec615" providerId="LiveId" clId="{D1781F09-DA58-446E-8A11-E241F327AC6B}" dt="2026-05-29T10:42:00.135" v="580" actId="478"/>
          <ac:picMkLst>
            <pc:docMk/>
            <pc:sldMk cId="3179141989" sldId="262"/>
            <ac:picMk id="13" creationId="{463A1987-9D3E-E291-1D3A-A1311576CB67}"/>
          </ac:picMkLst>
        </pc:picChg>
        <pc:picChg chg="add mod">
          <ac:chgData name="Ezhilarasi K" userId="895d7a6d460ec615" providerId="LiveId" clId="{D1781F09-DA58-446E-8A11-E241F327AC6B}" dt="2026-05-29T10:50:26.554" v="638" actId="14100"/>
          <ac:picMkLst>
            <pc:docMk/>
            <pc:sldMk cId="3179141989" sldId="262"/>
            <ac:picMk id="21" creationId="{8D6DD472-BB98-67AE-ECB8-7705D5EB0271}"/>
          </ac:picMkLst>
        </pc:picChg>
      </pc:sldChg>
      <pc:sldChg chg="addSp delSp modSp mod">
        <pc:chgData name="Ezhilarasi K" userId="895d7a6d460ec615" providerId="LiveId" clId="{D1781F09-DA58-446E-8A11-E241F327AC6B}" dt="2026-05-29T10:43:03.830" v="595" actId="14100"/>
        <pc:sldMkLst>
          <pc:docMk/>
          <pc:sldMk cId="3793309806" sldId="263"/>
        </pc:sldMkLst>
        <pc:spChg chg="mod">
          <ac:chgData name="Ezhilarasi K" userId="895d7a6d460ec615" providerId="LiveId" clId="{D1781F09-DA58-446E-8A11-E241F327AC6B}" dt="2026-05-29T10:19:06.046" v="374" actId="12"/>
          <ac:spMkLst>
            <pc:docMk/>
            <pc:sldMk cId="3793309806" sldId="263"/>
            <ac:spMk id="3" creationId="{8D34B961-044B-015E-036C-D5A45182F544}"/>
          </ac:spMkLst>
        </pc:spChg>
        <pc:picChg chg="del">
          <ac:chgData name="Ezhilarasi K" userId="895d7a6d460ec615" providerId="LiveId" clId="{D1781F09-DA58-446E-8A11-E241F327AC6B}" dt="2026-05-29T10:42:16.349" v="584" actId="478"/>
          <ac:picMkLst>
            <pc:docMk/>
            <pc:sldMk cId="3793309806" sldId="263"/>
            <ac:picMk id="5" creationId="{1A26C050-1898-F656-B3B1-0E58EEE3F4E3}"/>
          </ac:picMkLst>
        </pc:picChg>
        <pc:picChg chg="add mod">
          <ac:chgData name="Ezhilarasi K" userId="895d7a6d460ec615" providerId="LiveId" clId="{D1781F09-DA58-446E-8A11-E241F327AC6B}" dt="2026-05-29T10:43:03.830" v="595" actId="14100"/>
          <ac:picMkLst>
            <pc:docMk/>
            <pc:sldMk cId="3793309806" sldId="263"/>
            <ac:picMk id="6" creationId="{AEECC5BC-AC10-3583-D827-69074832AA7C}"/>
          </ac:picMkLst>
        </pc:picChg>
        <pc:picChg chg="del">
          <ac:chgData name="Ezhilarasi K" userId="895d7a6d460ec615" providerId="LiveId" clId="{D1781F09-DA58-446E-8A11-E241F327AC6B}" dt="2026-05-29T10:42:17.883" v="585" actId="478"/>
          <ac:picMkLst>
            <pc:docMk/>
            <pc:sldMk cId="3793309806" sldId="263"/>
            <ac:picMk id="7" creationId="{C9A3E706-031C-7AE9-D0C2-06A3CC1707CD}"/>
          </ac:picMkLst>
        </pc:picChg>
      </pc:sldChg>
      <pc:sldChg chg="addSp delSp modSp mod">
        <pc:chgData name="Ezhilarasi K" userId="895d7a6d460ec615" providerId="LiveId" clId="{D1781F09-DA58-446E-8A11-E241F327AC6B}" dt="2026-05-29T10:44:16.909" v="606" actId="14100"/>
        <pc:sldMkLst>
          <pc:docMk/>
          <pc:sldMk cId="275465622" sldId="264"/>
        </pc:sldMkLst>
        <pc:spChg chg="mod">
          <ac:chgData name="Ezhilarasi K" userId="895d7a6d460ec615" providerId="LiveId" clId="{D1781F09-DA58-446E-8A11-E241F327AC6B}" dt="2026-05-29T10:19:40.575" v="393" actId="20577"/>
          <ac:spMkLst>
            <pc:docMk/>
            <pc:sldMk cId="275465622" sldId="264"/>
            <ac:spMk id="2" creationId="{0D45BAF6-077C-D449-C19D-5876B974BEF4}"/>
          </ac:spMkLst>
        </pc:spChg>
        <pc:spChg chg="mod">
          <ac:chgData name="Ezhilarasi K" userId="895d7a6d460ec615" providerId="LiveId" clId="{D1781F09-DA58-446E-8A11-E241F327AC6B}" dt="2026-05-29T10:21:33.890" v="409" actId="12"/>
          <ac:spMkLst>
            <pc:docMk/>
            <pc:sldMk cId="275465622" sldId="264"/>
            <ac:spMk id="3" creationId="{D67B3E26-795A-D019-50CF-05A7C4551007}"/>
          </ac:spMkLst>
        </pc:spChg>
        <pc:picChg chg="del">
          <ac:chgData name="Ezhilarasi K" userId="895d7a6d460ec615" providerId="LiveId" clId="{D1781F09-DA58-446E-8A11-E241F327AC6B}" dt="2026-05-29T10:43:10.683" v="596" actId="478"/>
          <ac:picMkLst>
            <pc:docMk/>
            <pc:sldMk cId="275465622" sldId="264"/>
            <ac:picMk id="5" creationId="{F3305A5A-E976-03E9-1A81-AD9BDDD7CED1}"/>
          </ac:picMkLst>
        </pc:picChg>
        <pc:picChg chg="add mod">
          <ac:chgData name="Ezhilarasi K" userId="895d7a6d460ec615" providerId="LiveId" clId="{D1781F09-DA58-446E-8A11-E241F327AC6B}" dt="2026-05-29T10:44:16.909" v="606" actId="14100"/>
          <ac:picMkLst>
            <pc:docMk/>
            <pc:sldMk cId="275465622" sldId="264"/>
            <ac:picMk id="6" creationId="{55B064B1-6B3A-88CB-9D1C-E8B24B08BCFF}"/>
          </ac:picMkLst>
        </pc:picChg>
        <pc:picChg chg="del">
          <ac:chgData name="Ezhilarasi K" userId="895d7a6d460ec615" providerId="LiveId" clId="{D1781F09-DA58-446E-8A11-E241F327AC6B}" dt="2026-05-29T10:43:12.011" v="597" actId="478"/>
          <ac:picMkLst>
            <pc:docMk/>
            <pc:sldMk cId="275465622" sldId="264"/>
            <ac:picMk id="7" creationId="{5AFF3A19-DEB4-6974-88F8-DF89A7E9407B}"/>
          </ac:picMkLst>
        </pc:picChg>
      </pc:sldChg>
      <pc:sldChg chg="addSp delSp modSp mod">
        <pc:chgData name="Ezhilarasi K" userId="895d7a6d460ec615" providerId="LiveId" clId="{D1781F09-DA58-446E-8A11-E241F327AC6B}" dt="2026-05-29T10:58:51.309" v="656" actId="14100"/>
        <pc:sldMkLst>
          <pc:docMk/>
          <pc:sldMk cId="3865918040" sldId="265"/>
        </pc:sldMkLst>
        <pc:spChg chg="mod">
          <ac:chgData name="Ezhilarasi K" userId="895d7a6d460ec615" providerId="LiveId" clId="{D1781F09-DA58-446E-8A11-E241F327AC6B}" dt="2026-05-29T10:22:50.884" v="439" actId="20577"/>
          <ac:spMkLst>
            <pc:docMk/>
            <pc:sldMk cId="3865918040" sldId="265"/>
            <ac:spMk id="2" creationId="{644FB7A5-F175-7CFC-5B71-3F2B8C2C1641}"/>
          </ac:spMkLst>
        </pc:spChg>
        <pc:spChg chg="mod">
          <ac:chgData name="Ezhilarasi K" userId="895d7a6d460ec615" providerId="LiveId" clId="{D1781F09-DA58-446E-8A11-E241F327AC6B}" dt="2026-05-29T10:22:44.563" v="437" actId="12"/>
          <ac:spMkLst>
            <pc:docMk/>
            <pc:sldMk cId="3865918040" sldId="265"/>
            <ac:spMk id="3" creationId="{7E562937-E1A2-A357-1D37-8A3F1EE1F99F}"/>
          </ac:spMkLst>
        </pc:spChg>
        <pc:picChg chg="add mod modCrop">
          <ac:chgData name="Ezhilarasi K" userId="895d7a6d460ec615" providerId="LiveId" clId="{D1781F09-DA58-446E-8A11-E241F327AC6B}" dt="2026-05-29T10:58:51.309" v="656" actId="14100"/>
          <ac:picMkLst>
            <pc:docMk/>
            <pc:sldMk cId="3865918040" sldId="265"/>
            <ac:picMk id="5" creationId="{624776F5-7B9F-5278-88A2-861F4B5D22B2}"/>
          </ac:picMkLst>
        </pc:picChg>
        <pc:picChg chg="add del mod">
          <ac:chgData name="Ezhilarasi K" userId="895d7a6d460ec615" providerId="LiveId" clId="{D1781F09-DA58-446E-8A11-E241F327AC6B}" dt="2026-05-29T10:22:06.474" v="412" actId="478"/>
          <ac:picMkLst>
            <pc:docMk/>
            <pc:sldMk cId="3865918040" sldId="265"/>
            <ac:picMk id="8" creationId="{438765E4-00B8-5BEA-14BA-ED07903E77B0}"/>
          </ac:picMkLst>
        </pc:picChg>
      </pc:sldChg>
      <pc:sldChg chg="addSp delSp modSp mod">
        <pc:chgData name="Ezhilarasi K" userId="895d7a6d460ec615" providerId="LiveId" clId="{D1781F09-DA58-446E-8A11-E241F327AC6B}" dt="2026-05-29T11:00:26.790" v="662" actId="14100"/>
        <pc:sldMkLst>
          <pc:docMk/>
          <pc:sldMk cId="2250619979" sldId="266"/>
        </pc:sldMkLst>
        <pc:spChg chg="mod">
          <ac:chgData name="Ezhilarasi K" userId="895d7a6d460ec615" providerId="LiveId" clId="{D1781F09-DA58-446E-8A11-E241F327AC6B}" dt="2026-05-29T10:33:57.084" v="546" actId="12"/>
          <ac:spMkLst>
            <pc:docMk/>
            <pc:sldMk cId="2250619979" sldId="266"/>
            <ac:spMk id="3" creationId="{AA2E1C7C-B04D-3143-3D42-094834C8CD50}"/>
          </ac:spMkLst>
        </pc:spChg>
        <pc:picChg chg="add mod">
          <ac:chgData name="Ezhilarasi K" userId="895d7a6d460ec615" providerId="LiveId" clId="{D1781F09-DA58-446E-8A11-E241F327AC6B}" dt="2026-05-29T11:00:26.790" v="662" actId="14100"/>
          <ac:picMkLst>
            <pc:docMk/>
            <pc:sldMk cId="2250619979" sldId="266"/>
            <ac:picMk id="4" creationId="{D394EA4C-B2AB-B152-C90F-6A21B4FABD0B}"/>
          </ac:picMkLst>
        </pc:picChg>
        <pc:picChg chg="del">
          <ac:chgData name="Ezhilarasi K" userId="895d7a6d460ec615" providerId="LiveId" clId="{D1781F09-DA58-446E-8A11-E241F327AC6B}" dt="2026-05-29T11:00:08.737" v="657" actId="478"/>
          <ac:picMkLst>
            <pc:docMk/>
            <pc:sldMk cId="2250619979" sldId="266"/>
            <ac:picMk id="6" creationId="{E498A2B4-89D1-0DEE-76FA-ED2FDB75230E}"/>
          </ac:picMkLst>
        </pc:picChg>
      </pc:sldChg>
      <pc:sldChg chg="addSp delSp modSp mod">
        <pc:chgData name="Ezhilarasi K" userId="895d7a6d460ec615" providerId="LiveId" clId="{D1781F09-DA58-446E-8A11-E241F327AC6B}" dt="2026-05-29T11:08:39.477" v="725" actId="1076"/>
        <pc:sldMkLst>
          <pc:docMk/>
          <pc:sldMk cId="4069248719" sldId="267"/>
        </pc:sldMkLst>
        <pc:spChg chg="mod">
          <ac:chgData name="Ezhilarasi K" userId="895d7a6d460ec615" providerId="LiveId" clId="{D1781F09-DA58-446E-8A11-E241F327AC6B}" dt="2026-05-29T11:07:25.969" v="720" actId="14100"/>
          <ac:spMkLst>
            <pc:docMk/>
            <pc:sldMk cId="4069248719" sldId="267"/>
            <ac:spMk id="3" creationId="{5B0C13A2-07FB-658F-ECF7-6531A432FD86}"/>
          </ac:spMkLst>
        </pc:spChg>
        <pc:spChg chg="add del">
          <ac:chgData name="Ezhilarasi K" userId="895d7a6d460ec615" providerId="LiveId" clId="{D1781F09-DA58-446E-8A11-E241F327AC6B}" dt="2026-05-29T11:06:39.437" v="696" actId="21"/>
          <ac:spMkLst>
            <pc:docMk/>
            <pc:sldMk cId="4069248719" sldId="267"/>
            <ac:spMk id="5" creationId="{F8F58A65-FABD-93E3-ED0B-26C97A90FA0A}"/>
          </ac:spMkLst>
        </pc:spChg>
        <pc:spChg chg="add del">
          <ac:chgData name="Ezhilarasi K" userId="895d7a6d460ec615" providerId="LiveId" clId="{D1781F09-DA58-446E-8A11-E241F327AC6B}" dt="2026-05-29T11:08:11.653" v="723" actId="21"/>
          <ac:spMkLst>
            <pc:docMk/>
            <pc:sldMk cId="4069248719" sldId="267"/>
            <ac:spMk id="7" creationId="{B35DA870-014F-2008-A525-7F25A8DFD4CE}"/>
          </ac:spMkLst>
        </pc:spChg>
        <pc:picChg chg="add mod">
          <ac:chgData name="Ezhilarasi K" userId="895d7a6d460ec615" providerId="LiveId" clId="{D1781F09-DA58-446E-8A11-E241F327AC6B}" dt="2026-05-29T11:08:39.477" v="725" actId="1076"/>
          <ac:picMkLst>
            <pc:docMk/>
            <pc:sldMk cId="4069248719" sldId="267"/>
            <ac:picMk id="9" creationId="{B1ED77AB-D3CB-264B-C2D9-02648977C169}"/>
          </ac:picMkLst>
        </pc:picChg>
      </pc:sldChg>
      <pc:sldChg chg="modSp mod">
        <pc:chgData name="Ezhilarasi K" userId="895d7a6d460ec615" providerId="LiveId" clId="{D1781F09-DA58-446E-8A11-E241F327AC6B}" dt="2026-05-29T10:29:28.430" v="522" actId="12"/>
        <pc:sldMkLst>
          <pc:docMk/>
          <pc:sldMk cId="1663389094" sldId="268"/>
        </pc:sldMkLst>
        <pc:spChg chg="mod">
          <ac:chgData name="Ezhilarasi K" userId="895d7a6d460ec615" providerId="LiveId" clId="{D1781F09-DA58-446E-8A11-E241F327AC6B}" dt="2026-05-29T10:29:28.430" v="522" actId="12"/>
          <ac:spMkLst>
            <pc:docMk/>
            <pc:sldMk cId="1663389094" sldId="268"/>
            <ac:spMk id="3" creationId="{E8E16EFE-004F-5776-116F-5D54B47B16A0}"/>
          </ac:spMkLst>
        </pc:spChg>
      </pc:sldChg>
      <pc:sldChg chg="addSp delSp modSp mod">
        <pc:chgData name="Ezhilarasi K" userId="895d7a6d460ec615" providerId="LiveId" clId="{D1781F09-DA58-446E-8A11-E241F327AC6B}" dt="2026-05-29T11:34:02.410" v="1095" actId="20577"/>
        <pc:sldMkLst>
          <pc:docMk/>
          <pc:sldMk cId="603093009" sldId="270"/>
        </pc:sldMkLst>
        <pc:spChg chg="del mod">
          <ac:chgData name="Ezhilarasi K" userId="895d7a6d460ec615" providerId="LiveId" clId="{D1781F09-DA58-446E-8A11-E241F327AC6B}" dt="2026-05-29T11:29:17.468" v="858"/>
          <ac:spMkLst>
            <pc:docMk/>
            <pc:sldMk cId="603093009" sldId="270"/>
            <ac:spMk id="8" creationId="{A477784E-276D-AF32-5910-6C046D057591}"/>
          </ac:spMkLst>
        </pc:spChg>
        <pc:spChg chg="mod">
          <ac:chgData name="Ezhilarasi K" userId="895d7a6d460ec615" providerId="LiveId" clId="{D1781F09-DA58-446E-8A11-E241F327AC6B}" dt="2026-05-29T11:34:02.410" v="1095" actId="20577"/>
          <ac:spMkLst>
            <pc:docMk/>
            <pc:sldMk cId="603093009" sldId="270"/>
            <ac:spMk id="9" creationId="{353340EB-BDAF-6713-2715-B660539F45DB}"/>
          </ac:spMkLst>
        </pc:spChg>
        <pc:spChg chg="add mod">
          <ac:chgData name="Ezhilarasi K" userId="895d7a6d460ec615" providerId="LiveId" clId="{D1781F09-DA58-446E-8A11-E241F327AC6B}" dt="2026-05-29T11:32:41.255" v="972" actId="20577"/>
          <ac:spMkLst>
            <pc:docMk/>
            <pc:sldMk cId="603093009" sldId="270"/>
            <ac:spMk id="11" creationId="{9F20BDF1-0C70-7A6E-32A1-6D2BF159AB8D}"/>
          </ac:spMkLst>
        </pc:spChg>
        <pc:picChg chg="add mod">
          <ac:chgData name="Ezhilarasi K" userId="895d7a6d460ec615" providerId="LiveId" clId="{D1781F09-DA58-446E-8A11-E241F327AC6B}" dt="2026-05-29T11:01:42.619" v="670" actId="14100"/>
          <ac:picMkLst>
            <pc:docMk/>
            <pc:sldMk cId="603093009" sldId="270"/>
            <ac:picMk id="4" creationId="{27C08EE9-A117-CA73-F728-6711A36D173C}"/>
          </ac:picMkLst>
        </pc:picChg>
        <pc:picChg chg="del">
          <ac:chgData name="Ezhilarasi K" userId="895d7a6d460ec615" providerId="LiveId" clId="{D1781F09-DA58-446E-8A11-E241F327AC6B}" dt="2026-05-29T11:01:08.885" v="663" actId="478"/>
          <ac:picMkLst>
            <pc:docMk/>
            <pc:sldMk cId="603093009" sldId="270"/>
            <ac:picMk id="5" creationId="{00112BE3-062B-9416-C259-C73824FBDF4F}"/>
          </ac:picMkLst>
        </pc:picChg>
        <pc:picChg chg="del">
          <ac:chgData name="Ezhilarasi K" userId="895d7a6d460ec615" providerId="LiveId" clId="{D1781F09-DA58-446E-8A11-E241F327AC6B}" dt="2026-05-29T11:01:10.452" v="664" actId="478"/>
          <ac:picMkLst>
            <pc:docMk/>
            <pc:sldMk cId="603093009" sldId="270"/>
            <ac:picMk id="7" creationId="{682C637F-573A-D166-B9CE-DF46195E4707}"/>
          </ac:picMkLst>
        </pc:picChg>
        <pc:picChg chg="add mod">
          <ac:chgData name="Ezhilarasi K" userId="895d7a6d460ec615" providerId="LiveId" clId="{D1781F09-DA58-446E-8A11-E241F327AC6B}" dt="2026-05-29T11:02:38.834" v="675" actId="14100"/>
          <ac:picMkLst>
            <pc:docMk/>
            <pc:sldMk cId="603093009" sldId="270"/>
            <ac:picMk id="10" creationId="{2E437589-567B-BDA0-AAE7-9FF332564524}"/>
          </ac:picMkLst>
        </pc:picChg>
      </pc:sldChg>
      <pc:sldChg chg="addSp delSp modSp mod">
        <pc:chgData name="Ezhilarasi K" userId="895d7a6d460ec615" providerId="LiveId" clId="{D1781F09-DA58-446E-8A11-E241F327AC6B}" dt="2026-05-29T11:37:03.781" v="1284" actId="20577"/>
        <pc:sldMkLst>
          <pc:docMk/>
          <pc:sldMk cId="278952941" sldId="271"/>
        </pc:sldMkLst>
        <pc:spChg chg="mod">
          <ac:chgData name="Ezhilarasi K" userId="895d7a6d460ec615" providerId="LiveId" clId="{D1781F09-DA58-446E-8A11-E241F327AC6B}" dt="2026-05-29T11:35:55.928" v="1179" actId="20577"/>
          <ac:spMkLst>
            <pc:docMk/>
            <pc:sldMk cId="278952941" sldId="271"/>
            <ac:spMk id="10" creationId="{38ED8F7F-30C5-4E87-1C50-104E9C617133}"/>
          </ac:spMkLst>
        </pc:spChg>
        <pc:spChg chg="mod">
          <ac:chgData name="Ezhilarasi K" userId="895d7a6d460ec615" providerId="LiveId" clId="{D1781F09-DA58-446E-8A11-E241F327AC6B}" dt="2026-05-29T11:37:03.781" v="1284" actId="20577"/>
          <ac:spMkLst>
            <pc:docMk/>
            <pc:sldMk cId="278952941" sldId="271"/>
            <ac:spMk id="12" creationId="{66554AA0-0204-6984-49B8-91B1B350C941}"/>
          </ac:spMkLst>
        </pc:spChg>
        <pc:picChg chg="add mod">
          <ac:chgData name="Ezhilarasi K" userId="895d7a6d460ec615" providerId="LiveId" clId="{D1781F09-DA58-446E-8A11-E241F327AC6B}" dt="2026-05-29T11:03:05.037" v="680" actId="1076"/>
          <ac:picMkLst>
            <pc:docMk/>
            <pc:sldMk cId="278952941" sldId="271"/>
            <ac:picMk id="3" creationId="{F0D4E8C0-0431-8528-8E77-90ECA23D830A}"/>
          </ac:picMkLst>
        </pc:picChg>
        <pc:picChg chg="del">
          <ac:chgData name="Ezhilarasi K" userId="895d7a6d460ec615" providerId="LiveId" clId="{D1781F09-DA58-446E-8A11-E241F327AC6B}" dt="2026-05-29T11:02:43.275" v="676" actId="478"/>
          <ac:picMkLst>
            <pc:docMk/>
            <pc:sldMk cId="278952941" sldId="271"/>
            <ac:picMk id="5" creationId="{ACE33C4A-AAF9-8F02-C697-A7B9FD828EF5}"/>
          </ac:picMkLst>
        </pc:picChg>
        <pc:picChg chg="add mod">
          <ac:chgData name="Ezhilarasi K" userId="895d7a6d460ec615" providerId="LiveId" clId="{D1781F09-DA58-446E-8A11-E241F327AC6B}" dt="2026-05-29T11:03:25.569" v="683" actId="1076"/>
          <ac:picMkLst>
            <pc:docMk/>
            <pc:sldMk cId="278952941" sldId="271"/>
            <ac:picMk id="6" creationId="{2C12BA38-63D7-22EC-EDF0-CEEC56C1B5E3}"/>
          </ac:picMkLst>
        </pc:picChg>
        <pc:picChg chg="del">
          <ac:chgData name="Ezhilarasi K" userId="895d7a6d460ec615" providerId="LiveId" clId="{D1781F09-DA58-446E-8A11-E241F327AC6B}" dt="2026-05-29T11:02:44.793" v="677" actId="478"/>
          <ac:picMkLst>
            <pc:docMk/>
            <pc:sldMk cId="278952941" sldId="271"/>
            <ac:picMk id="7" creationId="{A4E694B2-95D2-1F8C-D85B-78D92FB31CEE}"/>
          </ac:picMkLst>
        </pc:picChg>
      </pc:sldChg>
      <pc:sldChg chg="addSp delSp modSp mod">
        <pc:chgData name="Ezhilarasi K" userId="895d7a6d460ec615" providerId="LiveId" clId="{D1781F09-DA58-446E-8A11-E241F327AC6B}" dt="2026-05-29T11:37:59.322" v="1352" actId="20577"/>
        <pc:sldMkLst>
          <pc:docMk/>
          <pc:sldMk cId="3760585648" sldId="272"/>
        </pc:sldMkLst>
        <pc:spChg chg="mod">
          <ac:chgData name="Ezhilarasi K" userId="895d7a6d460ec615" providerId="LiveId" clId="{D1781F09-DA58-446E-8A11-E241F327AC6B}" dt="2026-05-29T11:37:33.108" v="1321" actId="20577"/>
          <ac:spMkLst>
            <pc:docMk/>
            <pc:sldMk cId="3760585648" sldId="272"/>
            <ac:spMk id="11" creationId="{B225EB7F-71A6-C773-8F4D-0E5F08EF2C09}"/>
          </ac:spMkLst>
        </pc:spChg>
        <pc:spChg chg="mod">
          <ac:chgData name="Ezhilarasi K" userId="895d7a6d460ec615" providerId="LiveId" clId="{D1781F09-DA58-446E-8A11-E241F327AC6B}" dt="2026-05-29T11:37:59.322" v="1352" actId="20577"/>
          <ac:spMkLst>
            <pc:docMk/>
            <pc:sldMk cId="3760585648" sldId="272"/>
            <ac:spMk id="13" creationId="{B4669DCC-0CC7-EDBC-78B2-A3CB02ACA89A}"/>
          </ac:spMkLst>
        </pc:spChg>
        <pc:picChg chg="add mod">
          <ac:chgData name="Ezhilarasi K" userId="895d7a6d460ec615" providerId="LiveId" clId="{D1781F09-DA58-446E-8A11-E241F327AC6B}" dt="2026-05-29T11:09:19.050" v="732" actId="14100"/>
          <ac:picMkLst>
            <pc:docMk/>
            <pc:sldMk cId="3760585648" sldId="272"/>
            <ac:picMk id="3" creationId="{002899D8-6E1C-C6F6-EC83-A1AE413CA60F}"/>
          </ac:picMkLst>
        </pc:picChg>
        <pc:picChg chg="del">
          <ac:chgData name="Ezhilarasi K" userId="895d7a6d460ec615" providerId="LiveId" clId="{D1781F09-DA58-446E-8A11-E241F327AC6B}" dt="2026-05-29T11:08:45.291" v="726" actId="478"/>
          <ac:picMkLst>
            <pc:docMk/>
            <pc:sldMk cId="3760585648" sldId="272"/>
            <ac:picMk id="5" creationId="{02141165-F310-AFB1-1652-65CA3116B1B8}"/>
          </ac:picMkLst>
        </pc:picChg>
        <pc:picChg chg="add mod">
          <ac:chgData name="Ezhilarasi K" userId="895d7a6d460ec615" providerId="LiveId" clId="{D1781F09-DA58-446E-8A11-E241F327AC6B}" dt="2026-05-29T11:09:41.474" v="736" actId="1076"/>
          <ac:picMkLst>
            <pc:docMk/>
            <pc:sldMk cId="3760585648" sldId="272"/>
            <ac:picMk id="6" creationId="{B41810C7-91C4-A15E-FBAC-00194D4652AB}"/>
          </ac:picMkLst>
        </pc:picChg>
        <pc:picChg chg="del">
          <ac:chgData name="Ezhilarasi K" userId="895d7a6d460ec615" providerId="LiveId" clId="{D1781F09-DA58-446E-8A11-E241F327AC6B}" dt="2026-05-29T11:08:46.850" v="727" actId="478"/>
          <ac:picMkLst>
            <pc:docMk/>
            <pc:sldMk cId="3760585648" sldId="272"/>
            <ac:picMk id="7" creationId="{05AEBE8C-D8B6-326D-6AB5-46353229FBEC}"/>
          </ac:picMkLst>
        </pc:picChg>
      </pc:sldChg>
      <pc:sldChg chg="addSp delSp modSp mod">
        <pc:chgData name="Ezhilarasi K" userId="895d7a6d460ec615" providerId="LiveId" clId="{D1781F09-DA58-446E-8A11-E241F327AC6B}" dt="2026-05-29T11:39:53.876" v="1488" actId="20577"/>
        <pc:sldMkLst>
          <pc:docMk/>
          <pc:sldMk cId="677571851" sldId="273"/>
        </pc:sldMkLst>
        <pc:spChg chg="add mod">
          <ac:chgData name="Ezhilarasi K" userId="895d7a6d460ec615" providerId="LiveId" clId="{D1781F09-DA58-446E-8A11-E241F327AC6B}" dt="2026-05-29T11:39:04.457" v="1430" actId="20577"/>
          <ac:spMkLst>
            <pc:docMk/>
            <pc:sldMk cId="677571851" sldId="273"/>
            <ac:spMk id="8" creationId="{E7DDC8A4-490A-F6DC-722C-56BF4FBCEF8F}"/>
          </ac:spMkLst>
        </pc:spChg>
        <pc:spChg chg="del">
          <ac:chgData name="Ezhilarasi K" userId="895d7a6d460ec615" providerId="LiveId" clId="{D1781F09-DA58-446E-8A11-E241F327AC6B}" dt="2026-05-29T11:09:56.672" v="738" actId="21"/>
          <ac:spMkLst>
            <pc:docMk/>
            <pc:sldMk cId="677571851" sldId="273"/>
            <ac:spMk id="9" creationId="{5FADA29B-530A-D10A-4A4A-309660B83219}"/>
          </ac:spMkLst>
        </pc:spChg>
        <pc:spChg chg="add mod">
          <ac:chgData name="Ezhilarasi K" userId="895d7a6d460ec615" providerId="LiveId" clId="{D1781F09-DA58-446E-8A11-E241F327AC6B}" dt="2026-05-29T11:39:53.876" v="1488" actId="20577"/>
          <ac:spMkLst>
            <pc:docMk/>
            <pc:sldMk cId="677571851" sldId="273"/>
            <ac:spMk id="10" creationId="{1D593BFA-6780-17DF-A9B9-F38567456646}"/>
          </ac:spMkLst>
        </pc:spChg>
        <pc:spChg chg="del">
          <ac:chgData name="Ezhilarasi K" userId="895d7a6d460ec615" providerId="LiveId" clId="{D1781F09-DA58-446E-8A11-E241F327AC6B}" dt="2026-05-29T11:10:05.119" v="739" actId="21"/>
          <ac:spMkLst>
            <pc:docMk/>
            <pc:sldMk cId="677571851" sldId="273"/>
            <ac:spMk id="11" creationId="{168669D7-C1CE-1F7D-2DEC-437245CD4CFA}"/>
          </ac:spMkLst>
        </pc:spChg>
        <pc:spChg chg="del">
          <ac:chgData name="Ezhilarasi K" userId="895d7a6d460ec615" providerId="LiveId" clId="{D1781F09-DA58-446E-8A11-E241F327AC6B}" dt="2026-05-29T11:10:08.747" v="740" actId="21"/>
          <ac:spMkLst>
            <pc:docMk/>
            <pc:sldMk cId="677571851" sldId="273"/>
            <ac:spMk id="13" creationId="{1831A182-48EC-8286-22DB-92C56516752F}"/>
          </ac:spMkLst>
        </pc:spChg>
        <pc:picChg chg="add mod">
          <ac:chgData name="Ezhilarasi K" userId="895d7a6d460ec615" providerId="LiveId" clId="{D1781F09-DA58-446E-8A11-E241F327AC6B}" dt="2026-05-29T11:10:33.024" v="744" actId="14100"/>
          <ac:picMkLst>
            <pc:docMk/>
            <pc:sldMk cId="677571851" sldId="273"/>
            <ac:picMk id="3" creationId="{B7B54C40-4291-AFB9-A989-FAED473A6788}"/>
          </ac:picMkLst>
        </pc:picChg>
        <pc:picChg chg="add mod">
          <ac:chgData name="Ezhilarasi K" userId="895d7a6d460ec615" providerId="LiveId" clId="{D1781F09-DA58-446E-8A11-E241F327AC6B}" dt="2026-05-29T11:10:58.967" v="750" actId="14100"/>
          <ac:picMkLst>
            <pc:docMk/>
            <pc:sldMk cId="677571851" sldId="273"/>
            <ac:picMk id="5" creationId="{9BD57A90-5D16-35B5-C351-77DE2148E773}"/>
          </ac:picMkLst>
        </pc:picChg>
        <pc:picChg chg="del">
          <ac:chgData name="Ezhilarasi K" userId="895d7a6d460ec615" providerId="LiveId" clId="{D1781F09-DA58-446E-8A11-E241F327AC6B}" dt="2026-05-29T11:09:44.891" v="737" actId="478"/>
          <ac:picMkLst>
            <pc:docMk/>
            <pc:sldMk cId="677571851" sldId="273"/>
            <ac:picMk id="6" creationId="{4FC59427-AD05-435B-17FB-5109277FD6B5}"/>
          </ac:picMkLst>
        </pc:picChg>
      </pc:sldChg>
      <pc:sldChg chg="addSp delSp modSp mod">
        <pc:chgData name="Ezhilarasi K" userId="895d7a6d460ec615" providerId="LiveId" clId="{D1781F09-DA58-446E-8A11-E241F327AC6B}" dt="2026-05-29T11:15:30.384" v="801" actId="14100"/>
        <pc:sldMkLst>
          <pc:docMk/>
          <pc:sldMk cId="4244016578" sldId="274"/>
        </pc:sldMkLst>
        <pc:spChg chg="add del mod">
          <ac:chgData name="Ezhilarasi K" userId="895d7a6d460ec615" providerId="LiveId" clId="{D1781F09-DA58-446E-8A11-E241F327AC6B}" dt="2026-05-29T11:14:32.853" v="787" actId="931"/>
          <ac:spMkLst>
            <pc:docMk/>
            <pc:sldMk cId="4244016578" sldId="274"/>
            <ac:spMk id="3" creationId="{5C50F137-9F19-1480-1681-F6ECF6E53AC1}"/>
          </ac:spMkLst>
        </pc:spChg>
        <pc:picChg chg="add mod ord">
          <ac:chgData name="Ezhilarasi K" userId="895d7a6d460ec615" providerId="LiveId" clId="{D1781F09-DA58-446E-8A11-E241F327AC6B}" dt="2026-05-29T11:14:51.184" v="793" actId="14100"/>
          <ac:picMkLst>
            <pc:docMk/>
            <pc:sldMk cId="4244016578" sldId="274"/>
            <ac:picMk id="6" creationId="{43B14523-99CB-F46B-5AB5-33741717F579}"/>
          </ac:picMkLst>
        </pc:picChg>
        <pc:picChg chg="add del mod ord">
          <ac:chgData name="Ezhilarasi K" userId="895d7a6d460ec615" providerId="LiveId" clId="{D1781F09-DA58-446E-8A11-E241F327AC6B}" dt="2026-05-29T11:14:17.263" v="786" actId="478"/>
          <ac:picMkLst>
            <pc:docMk/>
            <pc:sldMk cId="4244016578" sldId="274"/>
            <ac:picMk id="8" creationId="{0B4896B3-405B-B898-7743-401E511B094D}"/>
          </ac:picMkLst>
        </pc:picChg>
        <pc:picChg chg="add mod">
          <ac:chgData name="Ezhilarasi K" userId="895d7a6d460ec615" providerId="LiveId" clId="{D1781F09-DA58-446E-8A11-E241F327AC6B}" dt="2026-05-29T11:15:30.384" v="801" actId="14100"/>
          <ac:picMkLst>
            <pc:docMk/>
            <pc:sldMk cId="4244016578" sldId="274"/>
            <ac:picMk id="9" creationId="{16A90392-A95B-5C87-4102-F735A353CDA2}"/>
          </ac:picMkLst>
        </pc:picChg>
      </pc:sldChg>
      <pc:sldChg chg="addSp delSp modSp mod">
        <pc:chgData name="Ezhilarasi K" userId="895d7a6d460ec615" providerId="LiveId" clId="{D1781F09-DA58-446E-8A11-E241F327AC6B}" dt="2026-05-29T11:44:54.622" v="1955" actId="20577"/>
        <pc:sldMkLst>
          <pc:docMk/>
          <pc:sldMk cId="823252483" sldId="275"/>
        </pc:sldMkLst>
        <pc:spChg chg="mod">
          <ac:chgData name="Ezhilarasi K" userId="895d7a6d460ec615" providerId="LiveId" clId="{D1781F09-DA58-446E-8A11-E241F327AC6B}" dt="2026-05-29T11:44:32.370" v="1907" actId="20577"/>
          <ac:spMkLst>
            <pc:docMk/>
            <pc:sldMk cId="823252483" sldId="275"/>
            <ac:spMk id="9" creationId="{91A0B5D1-3060-49FD-BBAC-848A382FCC7C}"/>
          </ac:spMkLst>
        </pc:spChg>
        <pc:spChg chg="mod">
          <ac:chgData name="Ezhilarasi K" userId="895d7a6d460ec615" providerId="LiveId" clId="{D1781F09-DA58-446E-8A11-E241F327AC6B}" dt="2026-05-29T11:44:54.622" v="1955" actId="20577"/>
          <ac:spMkLst>
            <pc:docMk/>
            <pc:sldMk cId="823252483" sldId="275"/>
            <ac:spMk id="10" creationId="{C434C44C-CB92-E844-4CA1-B0701BD40501}"/>
          </ac:spMkLst>
        </pc:spChg>
        <pc:picChg chg="add mod">
          <ac:chgData name="Ezhilarasi K" userId="895d7a6d460ec615" providerId="LiveId" clId="{D1781F09-DA58-446E-8A11-E241F327AC6B}" dt="2026-05-29T11:16:04.251" v="806" actId="1076"/>
          <ac:picMkLst>
            <pc:docMk/>
            <pc:sldMk cId="823252483" sldId="275"/>
            <ac:picMk id="4" creationId="{9E46DB47-8641-54F6-511A-D6DEDA330A30}"/>
          </ac:picMkLst>
        </pc:picChg>
        <pc:picChg chg="del">
          <ac:chgData name="Ezhilarasi K" userId="895d7a6d460ec615" providerId="LiveId" clId="{D1781F09-DA58-446E-8A11-E241F327AC6B}" dt="2026-05-29T11:15:41.992" v="802" actId="478"/>
          <ac:picMkLst>
            <pc:docMk/>
            <pc:sldMk cId="823252483" sldId="275"/>
            <ac:picMk id="5" creationId="{DD52291F-E197-64FC-1298-37F2AA39C0F4}"/>
          </ac:picMkLst>
        </pc:picChg>
        <pc:picChg chg="del">
          <ac:chgData name="Ezhilarasi K" userId="895d7a6d460ec615" providerId="LiveId" clId="{D1781F09-DA58-446E-8A11-E241F327AC6B}" dt="2026-05-29T11:15:43.510" v="803" actId="478"/>
          <ac:picMkLst>
            <pc:docMk/>
            <pc:sldMk cId="823252483" sldId="275"/>
            <ac:picMk id="7" creationId="{DD74D2A3-D6E2-26AD-E0E6-E04E80925A4C}"/>
          </ac:picMkLst>
        </pc:picChg>
        <pc:picChg chg="add mod">
          <ac:chgData name="Ezhilarasi K" userId="895d7a6d460ec615" providerId="LiveId" clId="{D1781F09-DA58-446E-8A11-E241F327AC6B}" dt="2026-05-29T11:16:24.448" v="810" actId="1076"/>
          <ac:picMkLst>
            <pc:docMk/>
            <pc:sldMk cId="823252483" sldId="275"/>
            <ac:picMk id="8" creationId="{0DBEB47E-5600-1DDA-A835-95CA73E05BA0}"/>
          </ac:picMkLst>
        </pc:picChg>
      </pc:sldChg>
      <pc:sldChg chg="addSp delSp modSp mod">
        <pc:chgData name="Ezhilarasi K" userId="895d7a6d460ec615" providerId="LiveId" clId="{D1781F09-DA58-446E-8A11-E241F327AC6B}" dt="2026-05-29T11:45:57.495" v="2031" actId="20577"/>
        <pc:sldMkLst>
          <pc:docMk/>
          <pc:sldMk cId="3783763445" sldId="276"/>
        </pc:sldMkLst>
        <pc:spChg chg="mod">
          <ac:chgData name="Ezhilarasi K" userId="895d7a6d460ec615" providerId="LiveId" clId="{D1781F09-DA58-446E-8A11-E241F327AC6B}" dt="2026-05-29T11:45:45.001" v="2011" actId="20577"/>
          <ac:spMkLst>
            <pc:docMk/>
            <pc:sldMk cId="3783763445" sldId="276"/>
            <ac:spMk id="8" creationId="{66A6D59B-BB40-217E-C834-0C1FF773C87A}"/>
          </ac:spMkLst>
        </pc:spChg>
        <pc:spChg chg="mod">
          <ac:chgData name="Ezhilarasi K" userId="895d7a6d460ec615" providerId="LiveId" clId="{D1781F09-DA58-446E-8A11-E241F327AC6B}" dt="2026-05-29T11:45:57.495" v="2031" actId="20577"/>
          <ac:spMkLst>
            <pc:docMk/>
            <pc:sldMk cId="3783763445" sldId="276"/>
            <ac:spMk id="9" creationId="{42B5AA7A-D259-B1D5-B2E6-ED446FA142E4}"/>
          </ac:spMkLst>
        </pc:spChg>
        <pc:picChg chg="add mod">
          <ac:chgData name="Ezhilarasi K" userId="895d7a6d460ec615" providerId="LiveId" clId="{D1781F09-DA58-446E-8A11-E241F327AC6B}" dt="2026-05-29T11:17:01.845" v="817" actId="1076"/>
          <ac:picMkLst>
            <pc:docMk/>
            <pc:sldMk cId="3783763445" sldId="276"/>
            <ac:picMk id="3" creationId="{B7800873-7C26-B505-34E0-61F31B46C466}"/>
          </ac:picMkLst>
        </pc:picChg>
        <pc:picChg chg="del">
          <ac:chgData name="Ezhilarasi K" userId="895d7a6d460ec615" providerId="LiveId" clId="{D1781F09-DA58-446E-8A11-E241F327AC6B}" dt="2026-05-29T11:16:27.649" v="811" actId="478"/>
          <ac:picMkLst>
            <pc:docMk/>
            <pc:sldMk cId="3783763445" sldId="276"/>
            <ac:picMk id="5" creationId="{E126E5EB-C9B1-007F-C978-83F1BA98F6A7}"/>
          </ac:picMkLst>
        </pc:picChg>
        <pc:picChg chg="add mod">
          <ac:chgData name="Ezhilarasi K" userId="895d7a6d460ec615" providerId="LiveId" clId="{D1781F09-DA58-446E-8A11-E241F327AC6B}" dt="2026-05-29T11:17:29.166" v="820" actId="1076"/>
          <ac:picMkLst>
            <pc:docMk/>
            <pc:sldMk cId="3783763445" sldId="276"/>
            <ac:picMk id="6" creationId="{CE4138D6-D73A-5E47-A75A-A93A1312E3C9}"/>
          </ac:picMkLst>
        </pc:picChg>
        <pc:picChg chg="del">
          <ac:chgData name="Ezhilarasi K" userId="895d7a6d460ec615" providerId="LiveId" clId="{D1781F09-DA58-446E-8A11-E241F327AC6B}" dt="2026-05-29T11:16:30.518" v="812" actId="478"/>
          <ac:picMkLst>
            <pc:docMk/>
            <pc:sldMk cId="3783763445" sldId="276"/>
            <ac:picMk id="7" creationId="{41508B34-834B-781B-F7FD-D619FE31AB02}"/>
          </ac:picMkLst>
        </pc:picChg>
      </pc:sldChg>
      <pc:sldChg chg="addSp delSp modSp mod">
        <pc:chgData name="Ezhilarasi K" userId="895d7a6d460ec615" providerId="LiveId" clId="{D1781F09-DA58-446E-8A11-E241F327AC6B}" dt="2026-05-29T11:47:16.942" v="2138" actId="20577"/>
        <pc:sldMkLst>
          <pc:docMk/>
          <pc:sldMk cId="3934176293" sldId="277"/>
        </pc:sldMkLst>
        <pc:spChg chg="mod">
          <ac:chgData name="Ezhilarasi K" userId="895d7a6d460ec615" providerId="LiveId" clId="{D1781F09-DA58-446E-8A11-E241F327AC6B}" dt="2026-05-29T11:46:51.828" v="2106" actId="20577"/>
          <ac:spMkLst>
            <pc:docMk/>
            <pc:sldMk cId="3934176293" sldId="277"/>
            <ac:spMk id="8" creationId="{136BAD18-2995-32B2-FC50-9F43FDBFD0C2}"/>
          </ac:spMkLst>
        </pc:spChg>
        <pc:spChg chg="mod">
          <ac:chgData name="Ezhilarasi K" userId="895d7a6d460ec615" providerId="LiveId" clId="{D1781F09-DA58-446E-8A11-E241F327AC6B}" dt="2026-05-29T11:47:16.942" v="2138" actId="20577"/>
          <ac:spMkLst>
            <pc:docMk/>
            <pc:sldMk cId="3934176293" sldId="277"/>
            <ac:spMk id="9" creationId="{46F049EC-EC99-6668-86F4-8F7FCA25C3B2}"/>
          </ac:spMkLst>
        </pc:spChg>
        <pc:picChg chg="add mod">
          <ac:chgData name="Ezhilarasi K" userId="895d7a6d460ec615" providerId="LiveId" clId="{D1781F09-DA58-446E-8A11-E241F327AC6B}" dt="2026-05-29T11:18:01.397" v="825" actId="1076"/>
          <ac:picMkLst>
            <pc:docMk/>
            <pc:sldMk cId="3934176293" sldId="277"/>
            <ac:picMk id="3" creationId="{23B8D332-FD35-AA5E-B5E1-B34A6057E862}"/>
          </ac:picMkLst>
        </pc:picChg>
        <pc:picChg chg="del">
          <ac:chgData name="Ezhilarasi K" userId="895d7a6d460ec615" providerId="LiveId" clId="{D1781F09-DA58-446E-8A11-E241F327AC6B}" dt="2026-05-29T11:17:33.167" v="821" actId="478"/>
          <ac:picMkLst>
            <pc:docMk/>
            <pc:sldMk cId="3934176293" sldId="277"/>
            <ac:picMk id="5" creationId="{6A113582-E54B-B4CE-FB8D-4EAA6D8EF448}"/>
          </ac:picMkLst>
        </pc:picChg>
        <pc:picChg chg="add mod">
          <ac:chgData name="Ezhilarasi K" userId="895d7a6d460ec615" providerId="LiveId" clId="{D1781F09-DA58-446E-8A11-E241F327AC6B}" dt="2026-05-29T11:18:37.425" v="828" actId="1076"/>
          <ac:picMkLst>
            <pc:docMk/>
            <pc:sldMk cId="3934176293" sldId="277"/>
            <ac:picMk id="6" creationId="{AAA545C6-A9EC-ACF4-7B0A-B93B64D4423A}"/>
          </ac:picMkLst>
        </pc:picChg>
        <pc:picChg chg="del">
          <ac:chgData name="Ezhilarasi K" userId="895d7a6d460ec615" providerId="LiveId" clId="{D1781F09-DA58-446E-8A11-E241F327AC6B}" dt="2026-05-29T11:17:34.685" v="822" actId="478"/>
          <ac:picMkLst>
            <pc:docMk/>
            <pc:sldMk cId="3934176293" sldId="277"/>
            <ac:picMk id="7" creationId="{7B7D86D4-DE01-D4CA-B7FA-F21E5CE76AF3}"/>
          </ac:picMkLst>
        </pc:picChg>
      </pc:sldChg>
      <pc:sldChg chg="addSp delSp modSp mod">
        <pc:chgData name="Ezhilarasi K" userId="895d7a6d460ec615" providerId="LiveId" clId="{D1781F09-DA58-446E-8A11-E241F327AC6B}" dt="2026-05-29T11:48:06.775" v="2227" actId="20577"/>
        <pc:sldMkLst>
          <pc:docMk/>
          <pc:sldMk cId="2111118237" sldId="278"/>
        </pc:sldMkLst>
        <pc:spChg chg="mod">
          <ac:chgData name="Ezhilarasi K" userId="895d7a6d460ec615" providerId="LiveId" clId="{D1781F09-DA58-446E-8A11-E241F327AC6B}" dt="2026-05-29T11:47:43.511" v="2184" actId="20577"/>
          <ac:spMkLst>
            <pc:docMk/>
            <pc:sldMk cId="2111118237" sldId="278"/>
            <ac:spMk id="8" creationId="{54AEA8AF-4062-55D3-81E0-57EBC6F1150F}"/>
          </ac:spMkLst>
        </pc:spChg>
        <pc:spChg chg="mod">
          <ac:chgData name="Ezhilarasi K" userId="895d7a6d460ec615" providerId="LiveId" clId="{D1781F09-DA58-446E-8A11-E241F327AC6B}" dt="2026-05-29T11:48:06.775" v="2227" actId="20577"/>
          <ac:spMkLst>
            <pc:docMk/>
            <pc:sldMk cId="2111118237" sldId="278"/>
            <ac:spMk id="9" creationId="{0DBC9B05-C83B-79F2-87A6-E743CA9E9302}"/>
          </ac:spMkLst>
        </pc:spChg>
        <pc:picChg chg="add del mod">
          <ac:chgData name="Ezhilarasi K" userId="895d7a6d460ec615" providerId="LiveId" clId="{D1781F09-DA58-446E-8A11-E241F327AC6B}" dt="2026-05-29T11:20:08.835" v="836" actId="478"/>
          <ac:picMkLst>
            <pc:docMk/>
            <pc:sldMk cId="2111118237" sldId="278"/>
            <ac:picMk id="3" creationId="{A97B9294-BE90-AAFD-F9F7-C66A7FCB5B2A}"/>
          </ac:picMkLst>
        </pc:picChg>
        <pc:picChg chg="del">
          <ac:chgData name="Ezhilarasi K" userId="895d7a6d460ec615" providerId="LiveId" clId="{D1781F09-DA58-446E-8A11-E241F327AC6B}" dt="2026-05-29T11:18:41.529" v="829" actId="478"/>
          <ac:picMkLst>
            <pc:docMk/>
            <pc:sldMk cId="2111118237" sldId="278"/>
            <ac:picMk id="5" creationId="{2A8321B8-301B-04C3-9A45-3F7A93A45F37}"/>
          </ac:picMkLst>
        </pc:picChg>
        <pc:picChg chg="add del mod">
          <ac:chgData name="Ezhilarasi K" userId="895d7a6d460ec615" providerId="LiveId" clId="{D1781F09-DA58-446E-8A11-E241F327AC6B}" dt="2026-05-29T11:19:56.408" v="835" actId="478"/>
          <ac:picMkLst>
            <pc:docMk/>
            <pc:sldMk cId="2111118237" sldId="278"/>
            <ac:picMk id="6" creationId="{447B3B56-3E99-2AF6-FD54-9B45A9C011DE}"/>
          </ac:picMkLst>
        </pc:picChg>
        <pc:picChg chg="del">
          <ac:chgData name="Ezhilarasi K" userId="895d7a6d460ec615" providerId="LiveId" clId="{D1781F09-DA58-446E-8A11-E241F327AC6B}" dt="2026-05-29T11:18:43.081" v="830" actId="478"/>
          <ac:picMkLst>
            <pc:docMk/>
            <pc:sldMk cId="2111118237" sldId="278"/>
            <ac:picMk id="7" creationId="{564FED2F-1124-F157-7D04-CAAFA92FE90D}"/>
          </ac:picMkLst>
        </pc:picChg>
        <pc:picChg chg="add mod">
          <ac:chgData name="Ezhilarasi K" userId="895d7a6d460ec615" providerId="LiveId" clId="{D1781F09-DA58-446E-8A11-E241F327AC6B}" dt="2026-05-29T11:20:33.769" v="840" actId="1076"/>
          <ac:picMkLst>
            <pc:docMk/>
            <pc:sldMk cId="2111118237" sldId="278"/>
            <ac:picMk id="11" creationId="{BE9CE400-5147-03D4-762A-176EDE6B1224}"/>
          </ac:picMkLst>
        </pc:picChg>
        <pc:picChg chg="add mod">
          <ac:chgData name="Ezhilarasi K" userId="895d7a6d460ec615" providerId="LiveId" clId="{D1781F09-DA58-446E-8A11-E241F327AC6B}" dt="2026-05-29T11:20:53.655" v="843" actId="1076"/>
          <ac:picMkLst>
            <pc:docMk/>
            <pc:sldMk cId="2111118237" sldId="278"/>
            <ac:picMk id="13" creationId="{5F00DF8A-6EE0-650E-1357-A6706FFF4783}"/>
          </ac:picMkLst>
        </pc:picChg>
      </pc:sldChg>
      <pc:sldChg chg="addSp delSp modSp del mod">
        <pc:chgData name="Ezhilarasi K" userId="895d7a6d460ec615" providerId="LiveId" clId="{D1781F09-DA58-446E-8A11-E241F327AC6B}" dt="2026-05-29T11:22:14.263" v="854" actId="2696"/>
        <pc:sldMkLst>
          <pc:docMk/>
          <pc:sldMk cId="4068840816" sldId="279"/>
        </pc:sldMkLst>
        <pc:spChg chg="del">
          <ac:chgData name="Ezhilarasi K" userId="895d7a6d460ec615" providerId="LiveId" clId="{D1781F09-DA58-446E-8A11-E241F327AC6B}" dt="2026-05-29T11:21:17" v="846" actId="21"/>
          <ac:spMkLst>
            <pc:docMk/>
            <pc:sldMk cId="4068840816" sldId="279"/>
            <ac:spMk id="8" creationId="{B9BB4A67-48CE-8173-D7D5-A9DF40B3C539}"/>
          </ac:spMkLst>
        </pc:spChg>
        <pc:spChg chg="del">
          <ac:chgData name="Ezhilarasi K" userId="895d7a6d460ec615" providerId="LiveId" clId="{D1781F09-DA58-446E-8A11-E241F327AC6B}" dt="2026-05-29T11:21:20.598" v="847" actId="21"/>
          <ac:spMkLst>
            <pc:docMk/>
            <pc:sldMk cId="4068840816" sldId="279"/>
            <ac:spMk id="9" creationId="{17E6EA7B-F5FC-C0D4-9175-E014FF21A6AE}"/>
          </ac:spMkLst>
        </pc:spChg>
        <pc:picChg chg="add del mod">
          <ac:chgData name="Ezhilarasi K" userId="895d7a6d460ec615" providerId="LiveId" clId="{D1781F09-DA58-446E-8A11-E241F327AC6B}" dt="2026-05-29T11:22:08.458" v="853" actId="478"/>
          <ac:picMkLst>
            <pc:docMk/>
            <pc:sldMk cId="4068840816" sldId="279"/>
            <ac:picMk id="3" creationId="{D5A6C30D-C976-010D-0133-AAD6D517129F}"/>
          </ac:picMkLst>
        </pc:picChg>
        <pc:picChg chg="del">
          <ac:chgData name="Ezhilarasi K" userId="895d7a6d460ec615" providerId="LiveId" clId="{D1781F09-DA58-446E-8A11-E241F327AC6B}" dt="2026-05-29T11:21:10.685" v="844" actId="478"/>
          <ac:picMkLst>
            <pc:docMk/>
            <pc:sldMk cId="4068840816" sldId="279"/>
            <ac:picMk id="5" creationId="{088CAE63-AA22-F6E4-E295-166313B6A82A}"/>
          </ac:picMkLst>
        </pc:picChg>
        <pc:picChg chg="del">
          <ac:chgData name="Ezhilarasi K" userId="895d7a6d460ec615" providerId="LiveId" clId="{D1781F09-DA58-446E-8A11-E241F327AC6B}" dt="2026-05-29T11:21:12.498" v="845" actId="478"/>
          <ac:picMkLst>
            <pc:docMk/>
            <pc:sldMk cId="4068840816" sldId="279"/>
            <ac:picMk id="7" creationId="{E7E23069-5FD7-9E69-DADB-98BE60340F20}"/>
          </ac:picMkLst>
        </pc:picChg>
      </pc:sldChg>
      <pc:sldChg chg="del">
        <pc:chgData name="Ezhilarasi K" userId="895d7a6d460ec615" providerId="LiveId" clId="{D1781F09-DA58-446E-8A11-E241F327AC6B}" dt="2026-05-29T11:21:26.128" v="848" actId="2696"/>
        <pc:sldMkLst>
          <pc:docMk/>
          <pc:sldMk cId="3659789168" sldId="280"/>
        </pc:sldMkLst>
      </pc:sldChg>
      <pc:sldChg chg="del">
        <pc:chgData name="Ezhilarasi K" userId="895d7a6d460ec615" providerId="LiveId" clId="{D1781F09-DA58-446E-8A11-E241F327AC6B}" dt="2026-05-29T11:21:36.730" v="851" actId="2696"/>
        <pc:sldMkLst>
          <pc:docMk/>
          <pc:sldMk cId="3778979606" sldId="281"/>
        </pc:sldMkLst>
      </pc:sldChg>
      <pc:sldChg chg="del">
        <pc:chgData name="Ezhilarasi K" userId="895d7a6d460ec615" providerId="LiveId" clId="{D1781F09-DA58-446E-8A11-E241F327AC6B}" dt="2026-05-29T11:21:33.355" v="850" actId="2696"/>
        <pc:sldMkLst>
          <pc:docMk/>
          <pc:sldMk cId="1485114631" sldId="282"/>
        </pc:sldMkLst>
      </pc:sldChg>
      <pc:sldChg chg="del">
        <pc:chgData name="Ezhilarasi K" userId="895d7a6d460ec615" providerId="LiveId" clId="{D1781F09-DA58-446E-8A11-E241F327AC6B}" dt="2026-05-29T11:21:30.120" v="849" actId="2696"/>
        <pc:sldMkLst>
          <pc:docMk/>
          <pc:sldMk cId="1241097498" sldId="283"/>
        </pc:sldMkLst>
      </pc:sldChg>
      <pc:sldChg chg="addSp modSp new mod">
        <pc:chgData name="Ezhilarasi K" userId="895d7a6d460ec615" providerId="LiveId" clId="{D1781F09-DA58-446E-8A11-E241F327AC6B}" dt="2026-05-29T10:39:11.157" v="560" actId="14100"/>
        <pc:sldMkLst>
          <pc:docMk/>
          <pc:sldMk cId="2544481363" sldId="284"/>
        </pc:sldMkLst>
        <pc:spChg chg="mod">
          <ac:chgData name="Ezhilarasi K" userId="895d7a6d460ec615" providerId="LiveId" clId="{D1781F09-DA58-446E-8A11-E241F327AC6B}" dt="2026-05-29T10:34:26.138" v="548" actId="1076"/>
          <ac:spMkLst>
            <pc:docMk/>
            <pc:sldMk cId="2544481363" sldId="284"/>
            <ac:spMk id="2" creationId="{674A0059-9CD4-60E3-F902-4434D04438F8}"/>
          </ac:spMkLst>
        </pc:spChg>
        <pc:spChg chg="mod">
          <ac:chgData name="Ezhilarasi K" userId="895d7a6d460ec615" providerId="LiveId" clId="{D1781F09-DA58-446E-8A11-E241F327AC6B}" dt="2026-05-29T10:09:55.757" v="136" actId="14100"/>
          <ac:spMkLst>
            <pc:docMk/>
            <pc:sldMk cId="2544481363" sldId="284"/>
            <ac:spMk id="3" creationId="{9419F5B6-D7D9-D46B-1BE5-D77900DEB327}"/>
          </ac:spMkLst>
        </pc:spChg>
        <pc:picChg chg="add mod">
          <ac:chgData name="Ezhilarasi K" userId="895d7a6d460ec615" providerId="LiveId" clId="{D1781F09-DA58-446E-8A11-E241F327AC6B}" dt="2026-05-29T10:39:11.157" v="560" actId="14100"/>
          <ac:picMkLst>
            <pc:docMk/>
            <pc:sldMk cId="2544481363" sldId="284"/>
            <ac:picMk id="4" creationId="{4FF73D5F-6C72-2C6C-26E1-F907E7B8C7DA}"/>
          </ac:picMkLst>
        </pc:picChg>
      </pc:sldChg>
      <pc:sldChg chg="addSp modSp new mod">
        <pc:chgData name="Ezhilarasi K" userId="895d7a6d460ec615" providerId="LiveId" clId="{D1781F09-DA58-446E-8A11-E241F327AC6B}" dt="2026-05-29T10:46:52.888" v="622" actId="1076"/>
        <pc:sldMkLst>
          <pc:docMk/>
          <pc:sldMk cId="3539623690" sldId="285"/>
        </pc:sldMkLst>
        <pc:spChg chg="mod">
          <ac:chgData name="Ezhilarasi K" userId="895d7a6d460ec615" providerId="LiveId" clId="{D1781F09-DA58-446E-8A11-E241F327AC6B}" dt="2026-05-29T10:34:16.841" v="547" actId="1076"/>
          <ac:spMkLst>
            <pc:docMk/>
            <pc:sldMk cId="3539623690" sldId="285"/>
            <ac:spMk id="2" creationId="{1D784694-7F4D-9ED1-DB0F-39894E3B617D}"/>
          </ac:spMkLst>
        </pc:spChg>
        <pc:spChg chg="mod">
          <ac:chgData name="Ezhilarasi K" userId="895d7a6d460ec615" providerId="LiveId" clId="{D1781F09-DA58-446E-8A11-E241F327AC6B}" dt="2026-05-29T10:13:40.067" v="224" actId="14100"/>
          <ac:spMkLst>
            <pc:docMk/>
            <pc:sldMk cId="3539623690" sldId="285"/>
            <ac:spMk id="3" creationId="{CF49AF01-D51C-30C4-ADAD-08E442817308}"/>
          </ac:spMkLst>
        </pc:spChg>
        <pc:picChg chg="add mod">
          <ac:chgData name="Ezhilarasi K" userId="895d7a6d460ec615" providerId="LiveId" clId="{D1781F09-DA58-446E-8A11-E241F327AC6B}" dt="2026-05-29T10:46:52.888" v="622" actId="1076"/>
          <ac:picMkLst>
            <pc:docMk/>
            <pc:sldMk cId="3539623690" sldId="285"/>
            <ac:picMk id="4" creationId="{C607D833-F7E2-916C-11F4-1CE211FDAFD6}"/>
          </ac:picMkLst>
        </pc:picChg>
      </pc:sldChg>
      <pc:sldChg chg="addSp modSp new mod">
        <pc:chgData name="Ezhilarasi K" userId="895d7a6d460ec615" providerId="LiveId" clId="{D1781F09-DA58-446E-8A11-E241F327AC6B}" dt="2026-05-29T10:57:28.954" v="644" actId="14100"/>
        <pc:sldMkLst>
          <pc:docMk/>
          <pc:sldMk cId="1418602589" sldId="286"/>
        </pc:sldMkLst>
        <pc:spChg chg="mod">
          <ac:chgData name="Ezhilarasi K" userId="895d7a6d460ec615" providerId="LiveId" clId="{D1781F09-DA58-446E-8A11-E241F327AC6B}" dt="2026-05-29T10:42:09.971" v="583" actId="1076"/>
          <ac:spMkLst>
            <pc:docMk/>
            <pc:sldMk cId="1418602589" sldId="286"/>
            <ac:spMk id="2" creationId="{E8CAEF9C-1278-FD83-E20A-597E0A6255CE}"/>
          </ac:spMkLst>
        </pc:spChg>
        <pc:spChg chg="mod">
          <ac:chgData name="Ezhilarasi K" userId="895d7a6d460ec615" providerId="LiveId" clId="{D1781F09-DA58-446E-8A11-E241F327AC6B}" dt="2026-05-29T10:18:17.691" v="357" actId="14100"/>
          <ac:spMkLst>
            <pc:docMk/>
            <pc:sldMk cId="1418602589" sldId="286"/>
            <ac:spMk id="3" creationId="{7AB5A9D1-CADC-8C45-9E71-9D3430FA5CAD}"/>
          </ac:spMkLst>
        </pc:spChg>
        <pc:spChg chg="add">
          <ac:chgData name="Ezhilarasi K" userId="895d7a6d460ec615" providerId="LiveId" clId="{D1781F09-DA58-446E-8A11-E241F327AC6B}" dt="2026-05-29T10:55:22.286" v="639" actId="22"/>
          <ac:spMkLst>
            <pc:docMk/>
            <pc:sldMk cId="1418602589" sldId="286"/>
            <ac:spMk id="5" creationId="{C5C2E480-F0F6-F2BF-5C2C-26A1471E667C}"/>
          </ac:spMkLst>
        </pc:spChg>
        <pc:spChg chg="add">
          <ac:chgData name="Ezhilarasi K" userId="895d7a6d460ec615" providerId="LiveId" clId="{D1781F09-DA58-446E-8A11-E241F327AC6B}" dt="2026-05-29T10:56:09.553" v="640" actId="22"/>
          <ac:spMkLst>
            <pc:docMk/>
            <pc:sldMk cId="1418602589" sldId="286"/>
            <ac:spMk id="7" creationId="{1672453B-E2FB-9013-CDAF-464868EE28D0}"/>
          </ac:spMkLst>
        </pc:spChg>
        <pc:spChg chg="add">
          <ac:chgData name="Ezhilarasi K" userId="895d7a6d460ec615" providerId="LiveId" clId="{D1781F09-DA58-446E-8A11-E241F327AC6B}" dt="2026-05-29T10:56:48.781" v="641" actId="22"/>
          <ac:spMkLst>
            <pc:docMk/>
            <pc:sldMk cId="1418602589" sldId="286"/>
            <ac:spMk id="9" creationId="{B0C9CCDC-16C8-7757-AE3C-A5B41C7A835D}"/>
          </ac:spMkLst>
        </pc:spChg>
        <pc:picChg chg="add mod">
          <ac:chgData name="Ezhilarasi K" userId="895d7a6d460ec615" providerId="LiveId" clId="{D1781F09-DA58-446E-8A11-E241F327AC6B}" dt="2026-05-29T10:57:28.954" v="644" actId="14100"/>
          <ac:picMkLst>
            <pc:docMk/>
            <pc:sldMk cId="1418602589" sldId="286"/>
            <ac:picMk id="11" creationId="{DE15EB48-BA64-3F81-1226-1BBAC4D9280C}"/>
          </ac:picMkLst>
        </pc:picChg>
      </pc:sldChg>
      <pc:sldChg chg="addSp modSp new mod">
        <pc:chgData name="Ezhilarasi K" userId="895d7a6d460ec615" providerId="LiveId" clId="{D1781F09-DA58-446E-8A11-E241F327AC6B}" dt="2026-05-29T11:22:22.374" v="855" actId="1076"/>
        <pc:sldMkLst>
          <pc:docMk/>
          <pc:sldMk cId="3872580297" sldId="287"/>
        </pc:sldMkLst>
        <pc:spChg chg="mod">
          <ac:chgData name="Ezhilarasi K" userId="895d7a6d460ec615" providerId="LiveId" clId="{D1781F09-DA58-446E-8A11-E241F327AC6B}" dt="2026-05-29T11:22:22.374" v="855" actId="1076"/>
          <ac:spMkLst>
            <pc:docMk/>
            <pc:sldMk cId="3872580297" sldId="287"/>
            <ac:spMk id="2" creationId="{7F1A933C-EF79-A9CB-0C25-29F9098DB66E}"/>
          </ac:spMkLst>
        </pc:spChg>
        <pc:spChg chg="mod">
          <ac:chgData name="Ezhilarasi K" userId="895d7a6d460ec615" providerId="LiveId" clId="{D1781F09-DA58-446E-8A11-E241F327AC6B}" dt="2026-05-29T10:24:52.759" v="495" actId="14100"/>
          <ac:spMkLst>
            <pc:docMk/>
            <pc:sldMk cId="3872580297" sldId="287"/>
            <ac:spMk id="3" creationId="{8829CE31-A7A8-DA78-052F-E7FAB0189397}"/>
          </ac:spMkLst>
        </pc:spChg>
        <pc:picChg chg="add mod">
          <ac:chgData name="Ezhilarasi K" userId="895d7a6d460ec615" providerId="LiveId" clId="{D1781F09-DA58-446E-8A11-E241F327AC6B}" dt="2026-05-29T11:05:20.958" v="686" actId="1076"/>
          <ac:picMkLst>
            <pc:docMk/>
            <pc:sldMk cId="3872580297" sldId="287"/>
            <ac:picMk id="4" creationId="{B872FD04-FC47-0912-F4F5-CCAEA8A3C909}"/>
          </ac:picMkLst>
        </pc:picChg>
        <pc:picChg chg="add mod">
          <ac:chgData name="Ezhilarasi K" userId="895d7a6d460ec615" providerId="LiveId" clId="{D1781F09-DA58-446E-8A11-E241F327AC6B}" dt="2026-05-29T11:05:51.555" v="693" actId="1076"/>
          <ac:picMkLst>
            <pc:docMk/>
            <pc:sldMk cId="3872580297" sldId="287"/>
            <ac:picMk id="5" creationId="{0DCB9854-8322-28B2-4187-6D87638A54DF}"/>
          </ac:picMkLst>
        </pc:picChg>
      </pc:sldChg>
      <pc:sldChg chg="addSp delSp modSp new mod">
        <pc:chgData name="Ezhilarasi K" userId="895d7a6d460ec615" providerId="LiveId" clId="{D1781F09-DA58-446E-8A11-E241F327AC6B}" dt="2026-05-29T11:41:11.365" v="1631" actId="20577"/>
        <pc:sldMkLst>
          <pc:docMk/>
          <pc:sldMk cId="1599835552" sldId="288"/>
        </pc:sldMkLst>
        <pc:spChg chg="del">
          <ac:chgData name="Ezhilarasi K" userId="895d7a6d460ec615" providerId="LiveId" clId="{D1781F09-DA58-446E-8A11-E241F327AC6B}" dt="2026-05-29T11:11:12.610" v="752" actId="21"/>
          <ac:spMkLst>
            <pc:docMk/>
            <pc:sldMk cId="1599835552" sldId="288"/>
            <ac:spMk id="2" creationId="{31829776-8A22-8488-D1B6-B14E032B8F5A}"/>
          </ac:spMkLst>
        </pc:spChg>
        <pc:spChg chg="del">
          <ac:chgData name="Ezhilarasi K" userId="895d7a6d460ec615" providerId="LiveId" clId="{D1781F09-DA58-446E-8A11-E241F327AC6B}" dt="2026-05-29T11:11:19.477" v="753" actId="21"/>
          <ac:spMkLst>
            <pc:docMk/>
            <pc:sldMk cId="1599835552" sldId="288"/>
            <ac:spMk id="3" creationId="{1459D0BF-3D81-9033-DF4C-BA47386AF01B}"/>
          </ac:spMkLst>
        </pc:spChg>
        <pc:spChg chg="add mod">
          <ac:chgData name="Ezhilarasi K" userId="895d7a6d460ec615" providerId="LiveId" clId="{D1781F09-DA58-446E-8A11-E241F327AC6B}" dt="2026-05-29T11:40:32.794" v="1553" actId="20577"/>
          <ac:spMkLst>
            <pc:docMk/>
            <pc:sldMk cId="1599835552" sldId="288"/>
            <ac:spMk id="8" creationId="{5FE26148-8A62-DA1C-2479-7A102075D7EB}"/>
          </ac:spMkLst>
        </pc:spChg>
        <pc:spChg chg="add mod">
          <ac:chgData name="Ezhilarasi K" userId="895d7a6d460ec615" providerId="LiveId" clId="{D1781F09-DA58-446E-8A11-E241F327AC6B}" dt="2026-05-29T11:41:11.365" v="1631" actId="20577"/>
          <ac:spMkLst>
            <pc:docMk/>
            <pc:sldMk cId="1599835552" sldId="288"/>
            <ac:spMk id="9" creationId="{A010F126-C728-E687-2C39-08B5830D528F}"/>
          </ac:spMkLst>
        </pc:spChg>
        <pc:picChg chg="add mod">
          <ac:chgData name="Ezhilarasi K" userId="895d7a6d460ec615" providerId="LiveId" clId="{D1781F09-DA58-446E-8A11-E241F327AC6B}" dt="2026-05-29T11:11:38.548" v="757" actId="14100"/>
          <ac:picMkLst>
            <pc:docMk/>
            <pc:sldMk cId="1599835552" sldId="288"/>
            <ac:picMk id="5" creationId="{4F5FDDDA-7B3D-2856-57F0-83BE946FDF34}"/>
          </ac:picMkLst>
        </pc:picChg>
        <pc:picChg chg="add mod">
          <ac:chgData name="Ezhilarasi K" userId="895d7a6d460ec615" providerId="LiveId" clId="{D1781F09-DA58-446E-8A11-E241F327AC6B}" dt="2026-05-29T11:12:04.246" v="762" actId="1076"/>
          <ac:picMkLst>
            <pc:docMk/>
            <pc:sldMk cId="1599835552" sldId="288"/>
            <ac:picMk id="7" creationId="{E0C17D6D-9507-2813-8D39-8F292946F8D6}"/>
          </ac:picMkLst>
        </pc:picChg>
      </pc:sldChg>
      <pc:sldChg chg="addSp delSp modSp new mod">
        <pc:chgData name="Ezhilarasi K" userId="895d7a6d460ec615" providerId="LiveId" clId="{D1781F09-DA58-446E-8A11-E241F327AC6B}" dt="2026-05-29T11:42:29.365" v="1750" actId="20577"/>
        <pc:sldMkLst>
          <pc:docMk/>
          <pc:sldMk cId="3710125779" sldId="289"/>
        </pc:sldMkLst>
        <pc:spChg chg="del">
          <ac:chgData name="Ezhilarasi K" userId="895d7a6d460ec615" providerId="LiveId" clId="{D1781F09-DA58-446E-8A11-E241F327AC6B}" dt="2026-05-29T11:12:21.858" v="765" actId="21"/>
          <ac:spMkLst>
            <pc:docMk/>
            <pc:sldMk cId="3710125779" sldId="289"/>
            <ac:spMk id="2" creationId="{E6CE8401-545F-3240-E2CE-725B8362FE15}"/>
          </ac:spMkLst>
        </pc:spChg>
        <pc:spChg chg="del">
          <ac:chgData name="Ezhilarasi K" userId="895d7a6d460ec615" providerId="LiveId" clId="{D1781F09-DA58-446E-8A11-E241F327AC6B}" dt="2026-05-29T11:12:24.948" v="766" actId="21"/>
          <ac:spMkLst>
            <pc:docMk/>
            <pc:sldMk cId="3710125779" sldId="289"/>
            <ac:spMk id="3" creationId="{A6A7F038-7277-D52F-85A2-F635AEB0E499}"/>
          </ac:spMkLst>
        </pc:spChg>
        <pc:spChg chg="add mod">
          <ac:chgData name="Ezhilarasi K" userId="895d7a6d460ec615" providerId="LiveId" clId="{D1781F09-DA58-446E-8A11-E241F327AC6B}" dt="2026-05-29T11:41:47.264" v="1688" actId="20577"/>
          <ac:spMkLst>
            <pc:docMk/>
            <pc:sldMk cId="3710125779" sldId="289"/>
            <ac:spMk id="8" creationId="{61387D5B-5100-0756-3D5E-F8AB6714E184}"/>
          </ac:spMkLst>
        </pc:spChg>
        <pc:spChg chg="add mod">
          <ac:chgData name="Ezhilarasi K" userId="895d7a6d460ec615" providerId="LiveId" clId="{D1781F09-DA58-446E-8A11-E241F327AC6B}" dt="2026-05-29T11:42:29.365" v="1750" actId="20577"/>
          <ac:spMkLst>
            <pc:docMk/>
            <pc:sldMk cId="3710125779" sldId="289"/>
            <ac:spMk id="9" creationId="{66684051-E661-547F-265E-354F09479E7B}"/>
          </ac:spMkLst>
        </pc:spChg>
        <pc:picChg chg="add mod">
          <ac:chgData name="Ezhilarasi K" userId="895d7a6d460ec615" providerId="LiveId" clId="{D1781F09-DA58-446E-8A11-E241F327AC6B}" dt="2026-05-29T11:12:57.870" v="772" actId="14100"/>
          <ac:picMkLst>
            <pc:docMk/>
            <pc:sldMk cId="3710125779" sldId="289"/>
            <ac:picMk id="5" creationId="{75642DF0-1558-DF88-7EEA-C2A269EA27B5}"/>
          </ac:picMkLst>
        </pc:picChg>
        <pc:picChg chg="add mod">
          <ac:chgData name="Ezhilarasi K" userId="895d7a6d460ec615" providerId="LiveId" clId="{D1781F09-DA58-446E-8A11-E241F327AC6B}" dt="2026-05-29T11:13:18.532" v="776" actId="1076"/>
          <ac:picMkLst>
            <pc:docMk/>
            <pc:sldMk cId="3710125779" sldId="289"/>
            <ac:picMk id="7" creationId="{22C77386-A756-A80A-7235-CBAA3A9CAEE7}"/>
          </ac:picMkLst>
        </pc:picChg>
      </pc:sldChg>
      <pc:sldChg chg="addSp delSp modSp new mod">
        <pc:chgData name="Ezhilarasi K" userId="895d7a6d460ec615" providerId="LiveId" clId="{D1781F09-DA58-446E-8A11-E241F327AC6B}" dt="2026-05-29T11:43:58.835" v="1858" actId="20577"/>
        <pc:sldMkLst>
          <pc:docMk/>
          <pc:sldMk cId="1139166794" sldId="290"/>
        </pc:sldMkLst>
        <pc:spChg chg="del">
          <ac:chgData name="Ezhilarasi K" userId="895d7a6d460ec615" providerId="LiveId" clId="{D1781F09-DA58-446E-8A11-E241F327AC6B}" dt="2026-05-29T11:12:30.730" v="767" actId="21"/>
          <ac:spMkLst>
            <pc:docMk/>
            <pc:sldMk cId="1139166794" sldId="290"/>
            <ac:spMk id="2" creationId="{0B88AAEC-BE31-3DF3-5AE0-72E696B02205}"/>
          </ac:spMkLst>
        </pc:spChg>
        <pc:spChg chg="del">
          <ac:chgData name="Ezhilarasi K" userId="895d7a6d460ec615" providerId="LiveId" clId="{D1781F09-DA58-446E-8A11-E241F327AC6B}" dt="2026-05-29T11:12:32.861" v="768" actId="21"/>
          <ac:spMkLst>
            <pc:docMk/>
            <pc:sldMk cId="1139166794" sldId="290"/>
            <ac:spMk id="3" creationId="{DD131DC0-88E3-79E8-1979-733B25611F96}"/>
          </ac:spMkLst>
        </pc:spChg>
        <pc:spChg chg="add mod">
          <ac:chgData name="Ezhilarasi K" userId="895d7a6d460ec615" providerId="LiveId" clId="{D1781F09-DA58-446E-8A11-E241F327AC6B}" dt="2026-05-29T11:43:07.737" v="1800" actId="20577"/>
          <ac:spMkLst>
            <pc:docMk/>
            <pc:sldMk cId="1139166794" sldId="290"/>
            <ac:spMk id="8" creationId="{4B76E742-78D1-24B0-9DAC-81D39CF35082}"/>
          </ac:spMkLst>
        </pc:spChg>
        <pc:spChg chg="add del mod">
          <ac:chgData name="Ezhilarasi K" userId="895d7a6d460ec615" providerId="LiveId" clId="{D1781F09-DA58-446E-8A11-E241F327AC6B}" dt="2026-05-29T11:43:58.835" v="1858" actId="20577"/>
          <ac:spMkLst>
            <pc:docMk/>
            <pc:sldMk cId="1139166794" sldId="290"/>
            <ac:spMk id="9" creationId="{BA5E28FA-0406-F71E-AAE5-F97B33436223}"/>
          </ac:spMkLst>
        </pc:spChg>
        <pc:picChg chg="add mod">
          <ac:chgData name="Ezhilarasi K" userId="895d7a6d460ec615" providerId="LiveId" clId="{D1781F09-DA58-446E-8A11-E241F327AC6B}" dt="2026-05-29T11:13:39.701" v="779" actId="1076"/>
          <ac:picMkLst>
            <pc:docMk/>
            <pc:sldMk cId="1139166794" sldId="290"/>
            <ac:picMk id="5" creationId="{7CE7292F-BBF3-93D9-9DA9-5EB9E275EB36}"/>
          </ac:picMkLst>
        </pc:picChg>
        <pc:picChg chg="add mod">
          <ac:chgData name="Ezhilarasi K" userId="895d7a6d460ec615" providerId="LiveId" clId="{D1781F09-DA58-446E-8A11-E241F327AC6B}" dt="2026-05-29T11:14:11.874" v="785" actId="1076"/>
          <ac:picMkLst>
            <pc:docMk/>
            <pc:sldMk cId="1139166794" sldId="290"/>
            <ac:picMk id="7" creationId="{DCDD9E4E-D358-4241-9F65-1CB7B08B7E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D935C-2B02-9651-00AD-5D3C60B16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4D6AC-42EE-C935-B4C0-4D6D46C0D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FF90E-3E07-AE4C-59CF-7D434579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16C45-4F79-6834-0FDE-FAF46F2D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BB687-64CE-83B3-C802-753E2664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648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D54F-6F47-724A-D3A1-43E74F75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A8EF8-36E0-EEBB-429B-61DE66DB9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2C6B7-04A4-E7F7-4D42-E8A98769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D3229-CBFF-4C71-E4A3-D16E03902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87476-9F68-A92F-3E1B-FBB7E652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31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739A-B24D-F43F-4868-DB7487DA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6CC2-980F-4C81-8911-4C734D078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6F192-3652-0133-1A86-122912D1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91D9A-0502-A30E-D9CA-7723619A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B5990-D803-06D4-EEEE-E1A9FD683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69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C7E4-99BC-9B46-5242-0AFC7CA1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DF45-FE80-00CA-F20C-352F6563B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3BEC8-C406-A54A-421B-EAEA1935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7893A-43F4-522A-DAEF-5ABA891E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9C4BD-5D25-17DA-D033-1FC7B889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6E992-EC95-F452-6459-88612DB7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0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C4FB-6936-C79E-0D76-D684E1B1E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FF306-7DB6-0786-947E-49D6F253D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BE686-3594-9796-328F-6B0887398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AA1B7-8055-4BAD-769F-36452A1DB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323F7-3F92-A101-FC64-BEF9825D4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EC4B7-E978-B637-20A7-3C26E7929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BDDB8-0298-C130-18A9-05650A2D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29B65E-AC75-0574-4D4E-B3F8C7DC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6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69FA-2C98-8847-AB7A-966B22D6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434B4-5032-BE5B-562A-82104F2A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88A33-FF7A-AFB9-C1F9-176603F0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33416-E265-2281-3147-E7C96714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506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2C259C-FC8A-E275-B404-8BA142F8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3443E-3C09-953A-A838-B5708C2BC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BA3CD-082E-F0B4-62B5-E82E0DC4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702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2459-023C-524A-094E-F1B79E2AB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AEF5-2F1A-2337-FC67-96C8A81AD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5E1F1-6326-7815-5625-00EC33E7C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F3782-48C8-7327-0030-FFEF8EA0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977DA-499A-0293-DD04-A380DA76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968A7-769A-CC68-1C31-C5BA6E0F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46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169C4-6F38-4125-4612-DD1FBC60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952EB-7F87-4A8D-47AF-105741893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10421-3880-B923-F2CE-1659335BD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B0815-6346-4AB4-EEA1-050EA558E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48C53-5840-8A5F-1746-3BBC7F4C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59271-D54B-B383-C7C2-BBBB957E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632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5DD0-24A1-EF94-7EC6-7D28856C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9906A-66C0-6095-6F94-6E3EE06CA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9C4AD-A863-99BC-B9A7-70C05195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D0901-B6BD-C15A-1E1D-25026837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81EC3-8A5A-AA60-74A2-CABFFBA0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8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38F36-9D3C-03F3-F487-B91FC16A8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F563A-BB06-B642-3374-E609078E4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D39D4-AFEB-6482-6A76-9AD6B48D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1D366-CBC4-C846-0318-573BEF52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C2E55-8B61-0DEA-673F-8E1C466C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0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1D8D9-17CB-3023-5EF8-ED48CA165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E367-CCD3-51D1-D6E4-E564BCC12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84F7D-C325-E4A4-32FD-80048434D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4C4EC-A426-4925-AD2C-3079326CBD6C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C9C5E-17E5-8EDA-B3CA-148B888E8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89BFB-A638-D1BF-E4DD-6CB5B93AA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BFF31-3256-4600-A8D8-DB4AB3585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79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352F-AE28-0B54-B4A0-4A95B4AF2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561" y="384943"/>
            <a:ext cx="9144000" cy="1384863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&amp; Churn Risk Analytics Using Excel and SQL</a:t>
            </a:r>
            <a:b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C8670-9CF8-DD79-33C1-16B3AB7F4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706" y="1848653"/>
            <a:ext cx="10097178" cy="441349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</p:txBody>
      </p:sp>
      <p:pic>
        <p:nvPicPr>
          <p:cNvPr id="4" name="Picture 3" descr="Excel | Prism">
            <a:extLst>
              <a:ext uri="{FF2B5EF4-FFF2-40B4-BE49-F238E27FC236}">
                <a16:creationId xmlns:a16="http://schemas.microsoft.com/office/drawing/2014/main" id="{4F9B574E-99AC-5C97-8D1D-D7AEED74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505" y="595849"/>
            <a:ext cx="1086467" cy="724311"/>
          </a:xfrm>
          <a:prstGeom prst="rect">
            <a:avLst/>
          </a:prstGeom>
        </p:spPr>
      </p:pic>
      <p:pic>
        <p:nvPicPr>
          <p:cNvPr id="5" name="Picture 4" descr="Iconic Logo Design For Sql Database App With, Drive, Access, Information  PNG Transparent Image and Clipart for Free Download">
            <a:extLst>
              <a:ext uri="{FF2B5EF4-FFF2-40B4-BE49-F238E27FC236}">
                <a16:creationId xmlns:a16="http://schemas.microsoft.com/office/drawing/2014/main" id="{28558868-4816-4A46-70E1-E1AFD3C1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334" y="484826"/>
            <a:ext cx="946356" cy="946356"/>
          </a:xfrm>
          <a:prstGeom prst="rect">
            <a:avLst/>
          </a:prstGeom>
        </p:spPr>
      </p:pic>
      <p:pic>
        <p:nvPicPr>
          <p:cNvPr id="6" name="Picture 5" descr="Data analysis (statistics icon) isolated on 3d soft green round button  abstract illustration Stock Photo - Alamy">
            <a:extLst>
              <a:ext uri="{FF2B5EF4-FFF2-40B4-BE49-F238E27FC236}">
                <a16:creationId xmlns:a16="http://schemas.microsoft.com/office/drawing/2014/main" id="{2C6D3DC4-5240-64E9-57CF-EE57C11E1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50" b="10641"/>
          <a:stretch>
            <a:fillRect/>
          </a:stretch>
        </p:blipFill>
        <p:spPr>
          <a:xfrm>
            <a:off x="216310" y="306096"/>
            <a:ext cx="963561" cy="8762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F184D0-7104-DE85-3123-D8A7A9CC5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451577"/>
              </p:ext>
            </p:extLst>
          </p:nvPr>
        </p:nvGraphicFramePr>
        <p:xfrm>
          <a:off x="3120379" y="3635478"/>
          <a:ext cx="8609505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438">
                  <a:extLst>
                    <a:ext uri="{9D8B030D-6E8A-4147-A177-3AD203B41FA5}">
                      <a16:colId xmlns:a16="http://schemas.microsoft.com/office/drawing/2014/main" val="958036367"/>
                    </a:ext>
                  </a:extLst>
                </a:gridCol>
                <a:gridCol w="5733067">
                  <a:extLst>
                    <a:ext uri="{9D8B030D-6E8A-4147-A177-3AD203B41FA5}">
                      <a16:colId xmlns:a16="http://schemas.microsoft.com/office/drawing/2014/main" val="56192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SUMBITTED BY    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EZHILARASI 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959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      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500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DOMAIN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ANALYTICS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63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USED         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 AND MYSQL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20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COLLEGE NAME   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VIVEKANANDHA COLLEGE OF ENGINEERING FOR WOMEN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398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60CAFD-2F5C-CCFD-3D1C-DB4363E6F456}"/>
              </a:ext>
            </a:extLst>
          </p:cNvPr>
          <p:cNvSpPr txBox="1"/>
          <p:nvPr/>
        </p:nvSpPr>
        <p:spPr>
          <a:xfrm>
            <a:off x="3382297" y="1987222"/>
            <a:ext cx="465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-2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F643D-3F16-3CC5-D9C9-228A40C38E1E}"/>
              </a:ext>
            </a:extLst>
          </p:cNvPr>
          <p:cNvSpPr txBox="1"/>
          <p:nvPr/>
        </p:nvSpPr>
        <p:spPr>
          <a:xfrm>
            <a:off x="4921045" y="2642073"/>
            <a:ext cx="1573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TEAM-1</a:t>
            </a:r>
          </a:p>
        </p:txBody>
      </p:sp>
    </p:spTree>
    <p:extLst>
      <p:ext uri="{BB962C8B-B14F-4D97-AF65-F5344CB8AC3E}">
        <p14:creationId xmlns:p14="http://schemas.microsoft.com/office/powerpoint/2010/main" val="227274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F23B-80B1-B792-B43F-66561E3F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168137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72104-C61E-6E08-0A5E-4E468BD2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5374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one of the major challenges faced by telecom companies.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Businesses need to understand why customers stop using their services.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helps identify customer behavior and churn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and SQL are used to analyze and visualize customer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churn prediction and customer lifetime value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the project help improve customer satisfaction and revenue.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Data Analytics: Definition, Types, Stages, and Benefits">
            <a:extLst>
              <a:ext uri="{FF2B5EF4-FFF2-40B4-BE49-F238E27FC236}">
                <a16:creationId xmlns:a16="http://schemas.microsoft.com/office/drawing/2014/main" id="{98E554A0-12D4-7446-4150-A418FFBA62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9" t="8739" r="2161" b="21115"/>
          <a:stretch>
            <a:fillRect/>
          </a:stretch>
        </p:blipFill>
        <p:spPr>
          <a:xfrm>
            <a:off x="8618451" y="3677263"/>
            <a:ext cx="2803898" cy="2172930"/>
          </a:xfrm>
          <a:prstGeom prst="rect">
            <a:avLst/>
          </a:prstGeom>
        </p:spPr>
      </p:pic>
      <p:pic>
        <p:nvPicPr>
          <p:cNvPr id="9" name="Picture 8" descr="Inventory Generic color lineal-color icon | Freepik">
            <a:extLst>
              <a:ext uri="{FF2B5EF4-FFF2-40B4-BE49-F238E27FC236}">
                <a16:creationId xmlns:a16="http://schemas.microsoft.com/office/drawing/2014/main" id="{69C7693A-1E78-5AF5-0438-B3E4B3AFC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451" y="845574"/>
            <a:ext cx="2684546" cy="258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7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231A-5C68-3935-B5DA-8DEF54F5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104102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005B5-47F7-76E3-BD8D-DD0301E50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8827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companies lose customers due to various service-related issues.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high-risk customers manually is difficult and time-consuming.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Companies need a system to analyze customer churn efficiently.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 value helps businesses prioritize retention strategies.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visualization makes business analysis difficult for decision-makers.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solves these issues using analytical dashboards and SQL queries.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Problem statement - Free user icons">
            <a:extLst>
              <a:ext uri="{FF2B5EF4-FFF2-40B4-BE49-F238E27FC236}">
                <a16:creationId xmlns:a16="http://schemas.microsoft.com/office/drawing/2014/main" id="{48674412-370C-14C6-EBA2-E07F74AC3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577" y="1429665"/>
            <a:ext cx="3028676" cy="2571629"/>
          </a:xfrm>
          <a:prstGeom prst="rect">
            <a:avLst/>
          </a:prstGeom>
        </p:spPr>
      </p:pic>
      <p:pic>
        <p:nvPicPr>
          <p:cNvPr id="4" name="Picture 3" descr="Crafting Effective Problem Statements | Continuous Improvement and Data  Analytics">
            <a:extLst>
              <a:ext uri="{FF2B5EF4-FFF2-40B4-BE49-F238E27FC236}">
                <a16:creationId xmlns:a16="http://schemas.microsoft.com/office/drawing/2014/main" id="{BCF6A4E8-D6A9-295F-55C3-6CD943D7A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577" y="4079353"/>
            <a:ext cx="2943326" cy="22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2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0059-9CD4-60E3-F902-4434D044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253999"/>
            <a:ext cx="10515600" cy="85407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9F5B6-D7D9-D46B-1BE5-D77900DE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07942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churn behavior using the Telco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high-risk customers using risk categorization methods.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Customer Lifetime Value for each customer.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interactive dashboards using Excel Pivot Charts and Slicers.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data analysis using SQL queries and conditional logic.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business insights for improving customer retention strategies.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Objectives Images - Free Download on Magnific (formerly Freepik)">
            <a:extLst>
              <a:ext uri="{FF2B5EF4-FFF2-40B4-BE49-F238E27FC236}">
                <a16:creationId xmlns:a16="http://schemas.microsoft.com/office/drawing/2014/main" id="{4FF73D5F-6C72-2C6C-26E1-F907E7B8C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598" y="1825625"/>
            <a:ext cx="2686357" cy="269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81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4BFB-1989-613F-4AD3-CA0F126D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3" y="13893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D6E27-4F65-D85B-BFC9-7D20B631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85062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the Telco Customer Churn dataset from Kaggle.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contains customer demographics and service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columns include tenure, contract, charges, and churn status.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fields include internet service, payment method, and support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both numerical and categorical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is cleaned and transformed before performing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5A1AD-AAB0-7AED-A2B2-722E6AF55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220" y="1825625"/>
            <a:ext cx="4562315" cy="343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4694-7F4D-9ED1-DB0F-39894E3B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239251"/>
            <a:ext cx="10515600" cy="88357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9AF01-D51C-30C4-ADAD-08E442817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3813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is used for data cleaning and dashboard creation.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is used for querying and analyzing customer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Pivot Tables are used for summarizing large amounts of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Charts are used for creating attractive visualizations.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 Formatting is applied for highlighting risky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 are used for interactive dashboard filtering and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op technology tools that can benefit ...">
            <a:extLst>
              <a:ext uri="{FF2B5EF4-FFF2-40B4-BE49-F238E27FC236}">
                <a16:creationId xmlns:a16="http://schemas.microsoft.com/office/drawing/2014/main" id="{C607D833-F7E2-916C-11F4-1CE211FD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889" y="2129554"/>
            <a:ext cx="3522253" cy="281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2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C5F5-602D-1D0F-D727-EEB0AD5C3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89822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F5D84-913B-3DE7-1CA4-4F84EB7FC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55565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Blank values and duplicate records are removed from the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are corrected for numerical and text columns.</a:t>
            </a:r>
          </a:p>
          <a:p>
            <a:pPr>
              <a:buFont typeface="Wingdings" panose="05000000000000000000" pitchFamily="2" charset="2"/>
              <a:buChar char="Ø"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calculated columns are created for better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status and risk category columns are added.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CLV and customer segmentation columns are generated using formulas.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is converted into Excel tables for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BEE31-C89B-04C7-3381-93CCBFF9F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367" y="4026292"/>
            <a:ext cx="4227600" cy="2097243"/>
          </a:xfrm>
          <a:prstGeom prst="rect">
            <a:avLst/>
          </a:prstGeom>
        </p:spPr>
      </p:pic>
      <p:pic>
        <p:nvPicPr>
          <p:cNvPr id="6" name="Picture 5" descr="Data Cleaning Icon Vector Design Art Stock Vector (Royalty Free) 2639254003  | Shutterstock">
            <a:extLst>
              <a:ext uri="{FF2B5EF4-FFF2-40B4-BE49-F238E27FC236}">
                <a16:creationId xmlns:a16="http://schemas.microsoft.com/office/drawing/2014/main" id="{FF7AA597-9B99-1909-AF7F-6E5CEE479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385" y="1730238"/>
            <a:ext cx="23050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31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8A23-F835-A9E2-A6BA-714CE1DE5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40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42351-12FC-9AC3-1BC4-3F46C3D84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7503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measures the total value generated by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CLV is calculated using monthly charges and customer tenure.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are categorized into high, medium, and low value segments.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High-value customers contribute more revenue to the company.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CLV analysis helps businesses focus on important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bars and charts are used to visualize customer value.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BF217-A3C8-FE02-3764-06794D094CAF}"/>
              </a:ext>
            </a:extLst>
          </p:cNvPr>
          <p:cNvSpPr txBox="1"/>
          <p:nvPr/>
        </p:nvSpPr>
        <p:spPr>
          <a:xfrm>
            <a:off x="2930013" y="3246792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FD4F81-6898-5BE0-BAE5-0AF830172358}"/>
              </a:ext>
            </a:extLst>
          </p:cNvPr>
          <p:cNvSpPr txBox="1"/>
          <p:nvPr/>
        </p:nvSpPr>
        <p:spPr>
          <a:xfrm>
            <a:off x="2930013" y="3246792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8E735A-25FD-0D96-C26B-593D7F57E87C}"/>
              </a:ext>
            </a:extLst>
          </p:cNvPr>
          <p:cNvSpPr txBox="1"/>
          <p:nvPr/>
        </p:nvSpPr>
        <p:spPr>
          <a:xfrm>
            <a:off x="2930013" y="3246792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D1367A-4798-DF13-8279-AACFE9591697}"/>
              </a:ext>
            </a:extLst>
          </p:cNvPr>
          <p:cNvSpPr txBox="1"/>
          <p:nvPr/>
        </p:nvSpPr>
        <p:spPr>
          <a:xfrm>
            <a:off x="2930013" y="3246792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6DD472-BB98-67AE-ECB8-7705D5EB0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703" y="2511151"/>
            <a:ext cx="4223013" cy="256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4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EF9C-1278-FD83-E20A-597E0A62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5" y="253999"/>
            <a:ext cx="10515600" cy="85407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A9D1-CADC-8C45-9E71-9D3430FA5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16329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categories are created to identify churn probability.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with low tenure and high charges are marked as high risk.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 formatting highlights risky customers using colors.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High-risk customers are analyzed using Pivot Tables and charts.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analysis helps companies take preventive retention actions.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provides a quick overview of customer risk levels.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2E480-F0F6-F2BF-5C2C-26A1471E667C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2453B-E2FB-9013-CDAF-464868EE28D0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9CCDC-16C8-7757-AE3C-A5B41C7A835D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15EB48-BA64-3F81-1226-1BBAC4D92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047" y="2101437"/>
            <a:ext cx="3383908" cy="313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02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234A-A02A-CA42-9086-515399F87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529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DATABASE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4B961-044B-015E-036C-D5A45182F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146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are used for customer churn analysis and segmentation.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Aggregate functions such as COUNT and AVG are used in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BY and CASE statements help categorize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queries calculate churn count and customer value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categories are generated using SQL conditional statements.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improves data management and business reporting efficiency.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ECC5BC-AC10-3583-D827-69074832A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174" y="1825625"/>
            <a:ext cx="4267200" cy="372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0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BAF6-077C-D449-C19D-5876B974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23730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B3E26-795A-D019-50CF-05A7C4551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25929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are created using Excel Pivot Charts.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KPI cards display important business metrics visually.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 are designed for churn, risk, contract, and CLV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Slicers allow users to filter data dynamically.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 formatting improves dashboard readability and appearance.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helps management understand customer trends quickly.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B064B1-6B3A-88CB-9D1C-E8B24B08B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316" y="1853790"/>
            <a:ext cx="4116863" cy="333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5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B7A5-F175-7CFC-5B71-3F2B8C2C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8" y="8982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KPI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62937-E1A2-A357-1D37-8A3F1EE1F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733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summarize important metrics in the dashboard.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customers and churn customers are displayed clearly.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rate shows the percentage of customers leaving the company.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CLV helps analyze customer revenue contribution.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High-risk customer count identifies customers likely to churn.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Retained customer count shows the number of active customers.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776F5-7B9F-5278-88A2-861F4B5D2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1" t="4418" r="746" b="70556"/>
          <a:stretch>
            <a:fillRect/>
          </a:stretch>
        </p:blipFill>
        <p:spPr>
          <a:xfrm>
            <a:off x="7514302" y="2182761"/>
            <a:ext cx="4109489" cy="227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18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51C1-3F35-613B-DE9C-EEAC9300A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9" y="11931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1C7C-B04D-3143-3D42-094834C8C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733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identify customers who are likely to churn and supports retention planning.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Lifetime Value analysis helps businesses focus on high-value customers effectively.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 improve business monitoring and data-driven decision-making.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categorization reduces customer loss and improves customer satisfaction.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and SQL analytics enhance operational efficiency and overall business performance.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Business impact of sales training, to better address customer needs">
            <a:extLst>
              <a:ext uri="{FF2B5EF4-FFF2-40B4-BE49-F238E27FC236}">
                <a16:creationId xmlns:a16="http://schemas.microsoft.com/office/drawing/2014/main" id="{D394EA4C-B2AB-B152-C90F-6A21B4FAB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780" y="2133139"/>
            <a:ext cx="2930013" cy="246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19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C64D-925E-1E2D-3C94-85061CE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2" y="178312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C13A2-07FB-658F-ECF7-6531A432F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109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analyzed customer churn and Customer Lifetime Value using Excel and SQL techniques.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High-risk customers and churn reasons were identified through data analysis and risk categorization.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 with KPI cards, Pivot Charts, and slicers improved data visualization.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and Excel analytics provided meaningful business insights and reporting efficiency.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supports better customer retention strategies and business decision-making.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ED77AB-D3CB-264B-C2D9-02648977C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213" y="2456179"/>
            <a:ext cx="4191585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48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EE9C-7A40-16B7-4F27-48666CDC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6" y="134087"/>
            <a:ext cx="10515600" cy="88357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AND SQL OUTPUT VISULAIZATION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340EB-BDAF-6713-2715-B660539F45DB}"/>
              </a:ext>
            </a:extLst>
          </p:cNvPr>
          <p:cNvSpPr txBox="1"/>
          <p:nvPr/>
        </p:nvSpPr>
        <p:spPr>
          <a:xfrm>
            <a:off x="6504319" y="4520729"/>
            <a:ext cx="5411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 Conditional formatting, icons sets , and also using formula to created a new columns.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08EE9-A117-CA73-F728-6711A36D1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58017"/>
            <a:ext cx="5435257" cy="2765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437589-567B-BDA0-AAE7-9FF332564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6" y="3685087"/>
            <a:ext cx="5411036" cy="2833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20BDF1-0C70-7A6E-32A1-6D2BF159AB8D}"/>
              </a:ext>
            </a:extLst>
          </p:cNvPr>
          <p:cNvSpPr txBox="1"/>
          <p:nvPr/>
        </p:nvSpPr>
        <p:spPr>
          <a:xfrm>
            <a:off x="806245" y="1229032"/>
            <a:ext cx="4866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customer details, CLV analysis, churn status, risk category, and possible churn reasons.</a:t>
            </a:r>
          </a:p>
        </p:txBody>
      </p:sp>
    </p:spTree>
    <p:extLst>
      <p:ext uri="{BB962C8B-B14F-4D97-AF65-F5344CB8AC3E}">
        <p14:creationId xmlns:p14="http://schemas.microsoft.com/office/powerpoint/2010/main" val="603093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8ED8F7F-30C5-4E87-1C50-104E9C617133}"/>
              </a:ext>
            </a:extLst>
          </p:cNvPr>
          <p:cNvSpPr txBox="1"/>
          <p:nvPr/>
        </p:nvSpPr>
        <p:spPr>
          <a:xfrm>
            <a:off x="6838930" y="924233"/>
            <a:ext cx="3802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shows Customers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stayed and customers who churned from the  company.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54AA0-0204-6984-49B8-91B1B350C941}"/>
              </a:ext>
            </a:extLst>
          </p:cNvPr>
          <p:cNvSpPr txBox="1"/>
          <p:nvPr/>
        </p:nvSpPr>
        <p:spPr>
          <a:xfrm>
            <a:off x="415278" y="3822500"/>
            <a:ext cx="5351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Categories customers high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risk,medium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low risk groups using churn behavior analysis.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4E8C0-0431-8528-8E77-90ECA23D8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" y="472091"/>
            <a:ext cx="5626602" cy="2563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12BA38-63D7-22EC-EDF0-CEEC56C1B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342" y="3035500"/>
            <a:ext cx="5886175" cy="32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52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225EB7F-71A6-C773-8F4D-0E5F08EF2C09}"/>
              </a:ext>
            </a:extLst>
          </p:cNvPr>
          <p:cNvSpPr txBox="1"/>
          <p:nvPr/>
        </p:nvSpPr>
        <p:spPr>
          <a:xfrm>
            <a:off x="6808092" y="1003342"/>
            <a:ext cx="4626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shows the contract customers information.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69DCC-0CC7-EDBC-78B2-A3CB02ACA89A}"/>
              </a:ext>
            </a:extLst>
          </p:cNvPr>
          <p:cNvSpPr txBox="1"/>
          <p:nvPr/>
        </p:nvSpPr>
        <p:spPr>
          <a:xfrm>
            <a:off x="245807" y="3904706"/>
            <a:ext cx="4316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compares the male female churn counts.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2899D8-6E1C-C6F6-EC83-A1AE413CA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297467"/>
            <a:ext cx="5850193" cy="3084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810C7-91C4-A15E-FBAC-00194D465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16" y="3189655"/>
            <a:ext cx="6010493" cy="328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85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694577-876D-C96B-D6AC-E7932D5AAD78}"/>
              </a:ext>
            </a:extLst>
          </p:cNvPr>
          <p:cNvSpPr txBox="1"/>
          <p:nvPr/>
        </p:nvSpPr>
        <p:spPr>
          <a:xfrm>
            <a:off x="7374194" y="2062316"/>
            <a:ext cx="3539613" cy="1366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B54C40-4291-AFB9-A989-FAED473A6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8" y="368659"/>
            <a:ext cx="5660848" cy="27186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D57A90-5D16-35B5-C351-77DE2148E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35" y="3205207"/>
            <a:ext cx="6063810" cy="3293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DDC8A4-490A-F6DC-722C-56BF4FBCEF8F}"/>
              </a:ext>
            </a:extLst>
          </p:cNvPr>
          <p:cNvSpPr txBox="1"/>
          <p:nvPr/>
        </p:nvSpPr>
        <p:spPr>
          <a:xfrm>
            <a:off x="6921910" y="825910"/>
            <a:ext cx="399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 the Risky internet services such as DSL, Fiber optic.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93BFA-6780-17DF-A9B9-F38567456646}"/>
              </a:ext>
            </a:extLst>
          </p:cNvPr>
          <p:cNvSpPr txBox="1"/>
          <p:nvPr/>
        </p:nvSpPr>
        <p:spPr>
          <a:xfrm>
            <a:off x="742336" y="4065639"/>
            <a:ext cx="399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Identify the Payment methods for customers.</a:t>
            </a:r>
          </a:p>
        </p:txBody>
      </p:sp>
    </p:spTree>
    <p:extLst>
      <p:ext uri="{BB962C8B-B14F-4D97-AF65-F5344CB8AC3E}">
        <p14:creationId xmlns:p14="http://schemas.microsoft.com/office/powerpoint/2010/main" val="677571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5FDDDA-7B3D-2856-57F0-83BE946FD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8" y="218971"/>
            <a:ext cx="5369766" cy="2671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17D6D-9507-2813-8D39-8F292946F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032" y="3316321"/>
            <a:ext cx="5726073" cy="3005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E26148-8A62-DA1C-2479-7A102075D7EB}"/>
              </a:ext>
            </a:extLst>
          </p:cNvPr>
          <p:cNvSpPr txBox="1"/>
          <p:nvPr/>
        </p:nvSpPr>
        <p:spPr>
          <a:xfrm>
            <a:off x="6253316" y="884903"/>
            <a:ext cx="4218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check the Tech support impact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0F126-C728-E687-2C39-08B5830D528F}"/>
              </a:ext>
            </a:extLst>
          </p:cNvPr>
          <p:cNvSpPr txBox="1"/>
          <p:nvPr/>
        </p:nvSpPr>
        <p:spPr>
          <a:xfrm>
            <a:off x="943897" y="3982065"/>
            <a:ext cx="3883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shows the information for the who are the senior citizens.</a:t>
            </a:r>
          </a:p>
        </p:txBody>
      </p:sp>
    </p:spTree>
    <p:extLst>
      <p:ext uri="{BB962C8B-B14F-4D97-AF65-F5344CB8AC3E}">
        <p14:creationId xmlns:p14="http://schemas.microsoft.com/office/powerpoint/2010/main" val="1599835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642DF0-1558-DF88-7EEA-C2A269EA2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6" y="216694"/>
            <a:ext cx="5456903" cy="2981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77386-A756-A80A-7235-CBAA3A9CA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4" y="3315830"/>
            <a:ext cx="5260120" cy="30073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387D5B-5100-0756-3D5E-F8AB6714E184}"/>
              </a:ext>
            </a:extLst>
          </p:cNvPr>
          <p:cNvSpPr txBox="1"/>
          <p:nvPr/>
        </p:nvSpPr>
        <p:spPr>
          <a:xfrm>
            <a:off x="5879689" y="1111045"/>
            <a:ext cx="4100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Give the Proper Customer Lifetime values.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84051-E661-547F-265E-354F09479E7B}"/>
              </a:ext>
            </a:extLst>
          </p:cNvPr>
          <p:cNvSpPr txBox="1"/>
          <p:nvPr/>
        </p:nvSpPr>
        <p:spPr>
          <a:xfrm>
            <a:off x="816077" y="3873910"/>
            <a:ext cx="3932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compares the monthly charges.</a:t>
            </a:r>
          </a:p>
        </p:txBody>
      </p:sp>
    </p:spTree>
    <p:extLst>
      <p:ext uri="{BB962C8B-B14F-4D97-AF65-F5344CB8AC3E}">
        <p14:creationId xmlns:p14="http://schemas.microsoft.com/office/powerpoint/2010/main" val="3710125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E7292F-BBF3-93D9-9DA9-5EB9E275E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55" y="294968"/>
            <a:ext cx="5027572" cy="2858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DD9E4E-D358-4241-9F65-1CB7B08B7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7" y="3429000"/>
            <a:ext cx="5555226" cy="2869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76E742-78D1-24B0-9DAC-81D39CF35082}"/>
              </a:ext>
            </a:extLst>
          </p:cNvPr>
          <p:cNvSpPr txBox="1"/>
          <p:nvPr/>
        </p:nvSpPr>
        <p:spPr>
          <a:xfrm>
            <a:off x="6597445" y="963561"/>
            <a:ext cx="4129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shows the Billing impact on churn.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5E28FA-0406-F71E-AAE5-F97B33436223}"/>
              </a:ext>
            </a:extLst>
          </p:cNvPr>
          <p:cNvSpPr txBox="1"/>
          <p:nvPr/>
        </p:nvSpPr>
        <p:spPr>
          <a:xfrm>
            <a:off x="678426" y="4159045"/>
            <a:ext cx="4011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shows the online security impact on churn.</a:t>
            </a:r>
          </a:p>
        </p:txBody>
      </p:sp>
    </p:spTree>
    <p:extLst>
      <p:ext uri="{BB962C8B-B14F-4D97-AF65-F5344CB8AC3E}">
        <p14:creationId xmlns:p14="http://schemas.microsoft.com/office/powerpoint/2010/main" val="1139166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464310-ACC7-07E6-55B7-2760B16A3B3B}"/>
              </a:ext>
            </a:extLst>
          </p:cNvPr>
          <p:cNvSpPr txBox="1"/>
          <p:nvPr/>
        </p:nvSpPr>
        <p:spPr>
          <a:xfrm>
            <a:off x="275304" y="149226"/>
            <a:ext cx="6676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B14523-99CB-F46B-5AB5-33741717F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1039044"/>
            <a:ext cx="5909186" cy="54502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A90392-A95B-5C87-4102-F735A353C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408" y="1027913"/>
            <a:ext cx="5667612" cy="546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16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DDCF-CBD7-03C8-49FF-BC6248D1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5" y="188145"/>
            <a:ext cx="10515600" cy="588604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0B5D1-3060-49FD-BBAC-848A382FCC7C}"/>
              </a:ext>
            </a:extLst>
          </p:cNvPr>
          <p:cNvSpPr txBox="1"/>
          <p:nvPr/>
        </p:nvSpPr>
        <p:spPr>
          <a:xfrm>
            <a:off x="7036210" y="1648960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shows the telco sales details.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4C44C-CB92-E844-4CA1-B0701BD40501}"/>
              </a:ext>
            </a:extLst>
          </p:cNvPr>
          <p:cNvSpPr txBox="1"/>
          <p:nvPr/>
        </p:nvSpPr>
        <p:spPr>
          <a:xfrm>
            <a:off x="688258" y="4547555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shows the count of total customers.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46DB47-8641-54F6-511A-D6DEDA330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1392180"/>
            <a:ext cx="5821982" cy="2036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BEB47E-5600-1DDA-A835-95CA73E05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21" y="4081131"/>
            <a:ext cx="7084457" cy="241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252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6A6D59B-BB40-217E-C834-0C1FF773C87A}"/>
              </a:ext>
            </a:extLst>
          </p:cNvPr>
          <p:cNvSpPr txBox="1"/>
          <p:nvPr/>
        </p:nvSpPr>
        <p:spPr>
          <a:xfrm>
            <a:off x="7325033" y="766916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shows the total churn count from telco sales.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5AA7A-D259-B1D5-B2E6-ED446FA142E4}"/>
              </a:ext>
            </a:extLst>
          </p:cNvPr>
          <p:cNvSpPr txBox="1"/>
          <p:nvPr/>
        </p:nvSpPr>
        <p:spPr>
          <a:xfrm>
            <a:off x="948813" y="4197908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query calculates churn percentages.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800873-7C26-B505-34E0-61F31B46C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29" y="641084"/>
            <a:ext cx="6634022" cy="2249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4138D6-D73A-5E47-A75A-A93A1312E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311" y="3429000"/>
            <a:ext cx="7108234" cy="26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63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36BAD18-2995-32B2-FC50-9F43FDBFD0C2}"/>
              </a:ext>
            </a:extLst>
          </p:cNvPr>
          <p:cNvSpPr txBox="1"/>
          <p:nvPr/>
        </p:nvSpPr>
        <p:spPr>
          <a:xfrm>
            <a:off x="7364361" y="737420"/>
            <a:ext cx="3802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shows the sum of the churn count and customers based on the conditions.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F049EC-EC99-6668-86F4-8F7FCA25C3B2}"/>
              </a:ext>
            </a:extLst>
          </p:cNvPr>
          <p:cNvSpPr txBox="1"/>
          <p:nvPr/>
        </p:nvSpPr>
        <p:spPr>
          <a:xfrm>
            <a:off x="526026" y="3967316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Analysis the internet service.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B8D332-FD35-AA5E-B5E1-B34A6057E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54" y="494800"/>
            <a:ext cx="5525272" cy="2391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A545C6-A9EC-ACF4-7B0A-B93B64D44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98" y="3620278"/>
            <a:ext cx="5725325" cy="21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76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4AEA8AF-4062-55D3-81E0-57EBC6F1150F}"/>
              </a:ext>
            </a:extLst>
          </p:cNvPr>
          <p:cNvSpPr txBox="1"/>
          <p:nvPr/>
        </p:nvSpPr>
        <p:spPr>
          <a:xfrm>
            <a:off x="7777316" y="564425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Analysis the churn customers payment method.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C9B05-C83B-79F2-87A6-E743CA9E9302}"/>
              </a:ext>
            </a:extLst>
          </p:cNvPr>
          <p:cNvSpPr txBox="1"/>
          <p:nvPr/>
        </p:nvSpPr>
        <p:spPr>
          <a:xfrm>
            <a:off x="555523" y="3967317"/>
            <a:ext cx="380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identify the risk of the churn customers.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9CE400-5147-03D4-762A-176EDE6B1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78" y="455098"/>
            <a:ext cx="6594986" cy="24355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00DF8A-6EE0-650E-1357-A6706FFF4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537" y="3117916"/>
            <a:ext cx="6213230" cy="243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18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933C-EF79-A9CB-0C25-29F9098DB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13" y="286491"/>
            <a:ext cx="10515600" cy="92290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9CE31-A7A8-DA78-052F-E7FAB018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32951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 customers show higher churn rates.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without tech support are more likely to leave.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have higher churn probability.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Fiber optic customers show higher monthly charges.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High-value customers require better retention strategies.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helps identify customer behavior patterns effectively.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Finding Great Insights | Insight company">
            <a:extLst>
              <a:ext uri="{FF2B5EF4-FFF2-40B4-BE49-F238E27FC236}">
                <a16:creationId xmlns:a16="http://schemas.microsoft.com/office/drawing/2014/main" id="{B872FD04-FC47-0912-F4F5-CCAEA8A3C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990" y="1715580"/>
            <a:ext cx="3047619" cy="2285714"/>
          </a:xfrm>
          <a:prstGeom prst="rect">
            <a:avLst/>
          </a:prstGeom>
        </p:spPr>
      </p:pic>
      <p:pic>
        <p:nvPicPr>
          <p:cNvPr id="5" name="Picture 4" descr="The Five Elements of an Audit Finding: Part 2 | denverauditor">
            <a:extLst>
              <a:ext uri="{FF2B5EF4-FFF2-40B4-BE49-F238E27FC236}">
                <a16:creationId xmlns:a16="http://schemas.microsoft.com/office/drawing/2014/main" id="{0DCB9854-8322-28B2-4187-6D87638A5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935" y="4310860"/>
            <a:ext cx="2644878" cy="174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580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2F36-51BF-B8D0-3BA4-A8E1736F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6" y="95198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16EFE-004F-5776-116F-5D54B47B1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0123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analyzes customer churn and Customer Lifetime Value using Excel and SQL.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 and Pivot Charts help visualize customer behavior effectively.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categorization identifies high-risk customers and supports retention strategies.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queries and KPI cards improve business decision-making and analytical reporting.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future, machine learning models can be implemented for advanced churn prediction.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Tableau, and real-time cloud databases can be integrated for enhanced analytics and scalability.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color icon for enhancement 25848566 Vector Art at Vecteezy">
            <a:extLst>
              <a:ext uri="{FF2B5EF4-FFF2-40B4-BE49-F238E27FC236}">
                <a16:creationId xmlns:a16="http://schemas.microsoft.com/office/drawing/2014/main" id="{4BD1563F-F537-6E2A-B7A4-CEEF6CC92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700" y="1816957"/>
            <a:ext cx="2569399" cy="322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89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08863-7E01-52A3-57E2-F622946C5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marL="0" indent="0" algn="ctr">
              <a:buNone/>
            </a:pPr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  <a:p>
            <a:pPr marL="0" indent="0" algn="ctr">
              <a:buNone/>
            </a:pPr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341951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1322</Words>
  <Application>Microsoft Office PowerPoint</Application>
  <PresentationFormat>Widescreen</PresentationFormat>
  <Paragraphs>146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Wingdings</vt:lpstr>
      <vt:lpstr>Office Theme</vt:lpstr>
      <vt:lpstr>  Customer Lifetime Value &amp; Churn Risk Analytics Using Excel and SQL </vt:lpstr>
      <vt:lpstr>INTRODUCTION</vt:lpstr>
      <vt:lpstr>PROBLEM STATEMENT</vt:lpstr>
      <vt:lpstr>OBJECTIVES</vt:lpstr>
      <vt:lpstr>DATASET DESCRIPTION </vt:lpstr>
      <vt:lpstr>TOOLS AND TECHNOLOGIES USED</vt:lpstr>
      <vt:lpstr>EXCEL DATA CLEANING</vt:lpstr>
      <vt:lpstr>CUSTOMER LIFETIME VALUE ANALYSIS</vt:lpstr>
      <vt:lpstr>CHURN RISK ANALYSIS</vt:lpstr>
      <vt:lpstr>SQL DATABASE ANALYSIS</vt:lpstr>
      <vt:lpstr>DASHBOARD CREATION</vt:lpstr>
      <vt:lpstr>  KPI CARDS</vt:lpstr>
      <vt:lpstr>BUSINESS IMPACT</vt:lpstr>
      <vt:lpstr>RESULTS &amp; OUTPUT</vt:lpstr>
      <vt:lpstr>EXCEL AND SQL OUTPUT VISULAIZATION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 QUERY </vt:lpstr>
      <vt:lpstr>PowerPoint Presentation</vt:lpstr>
      <vt:lpstr>PowerPoint Presentation</vt:lpstr>
      <vt:lpstr>PowerPoint Presentation</vt:lpstr>
      <vt:lpstr>INSIGHTS AND FINDINGS</vt:lpstr>
      <vt:lpstr>CONCLUSION &amp; FUTURE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Ezhilarasi K</dc:creator>
  <cp:lastModifiedBy>Ezhilarasi K</cp:lastModifiedBy>
  <cp:revision>2</cp:revision>
  <dcterms:created xsi:type="dcterms:W3CDTF">2026-05-21T06:14:44Z</dcterms:created>
  <dcterms:modified xsi:type="dcterms:W3CDTF">2026-05-29T11:52:14Z</dcterms:modified>
</cp:coreProperties>
</file>